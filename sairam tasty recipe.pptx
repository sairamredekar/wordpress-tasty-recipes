
<file path=[Content_Types].xml><?xml version="1.0" encoding="utf-8"?>
<Types xmlns="http://schemas.openxmlformats.org/package/2006/content-types">
  <Default Extension="avif" ContentType="image/avif"/>
  <Default Extension="jpeg" ContentType="image/jpeg"/>
  <Default Extension="jp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0" r:id="rId2"/>
    <p:sldId id="352" r:id="rId3"/>
    <p:sldId id="317" r:id="rId4"/>
    <p:sldId id="354" r:id="rId5"/>
    <p:sldId id="260" r:id="rId6"/>
    <p:sldId id="332" r:id="rId7"/>
    <p:sldId id="34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9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9CED-857F-BAD5-7335-53D74324EE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945B9FB-C028-1104-C479-5A39542C10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DAFC5F-A139-45ED-3DA2-806393F3148E}"/>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5" name="Footer Placeholder 4">
            <a:extLst>
              <a:ext uri="{FF2B5EF4-FFF2-40B4-BE49-F238E27FC236}">
                <a16:creationId xmlns:a16="http://schemas.microsoft.com/office/drawing/2014/main" id="{3837B25E-0B55-FC42-ED51-03B7163E8B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19E86C-506A-72F1-7CE5-3C7825E8D927}"/>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2912052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49EC-8091-6738-FEA9-53BED8A879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63E3D5-C7EA-E0E5-7573-7AD218574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C8FEEB-2D7F-E701-0570-B2E9469F4ECE}"/>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5" name="Footer Placeholder 4">
            <a:extLst>
              <a:ext uri="{FF2B5EF4-FFF2-40B4-BE49-F238E27FC236}">
                <a16:creationId xmlns:a16="http://schemas.microsoft.com/office/drawing/2014/main" id="{13CCC889-73E9-D58B-91FB-8B77D91A60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7A9620-2BEA-95E5-5DA3-A3E25F1FE198}"/>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4024181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0E597-BD1D-BE58-13F3-E0D4A3E5C2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EE44D09-7456-A617-8629-F17D627967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DFACE4-8B44-A85C-8DCA-0351DEB0FACB}"/>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5" name="Footer Placeholder 4">
            <a:extLst>
              <a:ext uri="{FF2B5EF4-FFF2-40B4-BE49-F238E27FC236}">
                <a16:creationId xmlns:a16="http://schemas.microsoft.com/office/drawing/2014/main" id="{4CCF05E1-433A-B489-8495-17BC11ACD3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B76FDC-DEEE-37F2-C939-EB12FCA19313}"/>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2890617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0179D-4E1A-F896-35C5-64958A0671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7A33F0-0F6D-5D74-800A-E62E064B12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E92990-B040-EA34-2BAE-B0D2798D0D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7A2961-5A67-CBC3-EC0F-A8E16608523C}"/>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6" name="Footer Placeholder 5">
            <a:extLst>
              <a:ext uri="{FF2B5EF4-FFF2-40B4-BE49-F238E27FC236}">
                <a16:creationId xmlns:a16="http://schemas.microsoft.com/office/drawing/2014/main" id="{16DBB0D6-4716-10E5-4235-BDFBC981F9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658066-BB7A-FD19-0CBF-6BCECF6B255B}"/>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1654902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3BC44-3CFB-9864-8C58-4E21DCB80B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3F92FB-F58A-C272-67B9-A137EB870C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3F5AEF-1262-F2FB-9769-157BCA195F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769C86-93CC-537B-664F-34989C0AFB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A040EB-EBC9-4225-6206-68BF82A8DD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1C1FD28-D936-5C8E-CB83-F1A1F3D693DF}"/>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8" name="Footer Placeholder 7">
            <a:extLst>
              <a:ext uri="{FF2B5EF4-FFF2-40B4-BE49-F238E27FC236}">
                <a16:creationId xmlns:a16="http://schemas.microsoft.com/office/drawing/2014/main" id="{251EF8FF-132F-51BC-C060-A1351B4244F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A737D0-D75C-3EEB-1223-99F61D683A88}"/>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1800045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4B0B1-CA05-9F69-57BE-1CB1BE2B2A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9157F28-D368-ABAB-A1B7-5F957BD53A76}"/>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4" name="Footer Placeholder 3">
            <a:extLst>
              <a:ext uri="{FF2B5EF4-FFF2-40B4-BE49-F238E27FC236}">
                <a16:creationId xmlns:a16="http://schemas.microsoft.com/office/drawing/2014/main" id="{4078A29D-4763-B6B7-2AB8-D277266FBF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7EFEDE-D389-87FE-1257-01378F9E5726}"/>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2961440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3F441C-231D-272B-DBF2-CE343B26E1F3}"/>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3" name="Footer Placeholder 2">
            <a:extLst>
              <a:ext uri="{FF2B5EF4-FFF2-40B4-BE49-F238E27FC236}">
                <a16:creationId xmlns:a16="http://schemas.microsoft.com/office/drawing/2014/main" id="{B45520C1-E1E8-21D5-F8FD-9F2F808CD20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2D1E36-1473-B823-56DB-40309986A801}"/>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450500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0529F-34E8-02C1-812B-CBC88B483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96F5A0E-C3F3-2ADB-EA18-C6F864AB8D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48B9AAC-6EB8-0736-AA46-1915D5DC2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49153D-DB99-709D-302D-7ED98C0F1629}"/>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6" name="Footer Placeholder 5">
            <a:extLst>
              <a:ext uri="{FF2B5EF4-FFF2-40B4-BE49-F238E27FC236}">
                <a16:creationId xmlns:a16="http://schemas.microsoft.com/office/drawing/2014/main" id="{7D398153-5B38-8F4C-6C04-D0EE5B214A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375CD9-AC4F-D344-B1D0-EE0571BDFFCD}"/>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675800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1823-AAAA-0409-0664-9EE18556C4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346047-7761-1E72-572E-CEA09DFC81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D97915-6404-8B68-AC97-9F3538778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231D21-A067-DF24-9BB8-9EC26ECAD67D}"/>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6" name="Footer Placeholder 5">
            <a:extLst>
              <a:ext uri="{FF2B5EF4-FFF2-40B4-BE49-F238E27FC236}">
                <a16:creationId xmlns:a16="http://schemas.microsoft.com/office/drawing/2014/main" id="{E6983F03-62C9-CD47-AAEB-11518CF30C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36DFF0-A0A3-E0E4-B2A7-52E34EBE86A0}"/>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1379276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21842-C7EC-A5D4-45A9-AFADE1C2F8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BD4639-C852-9608-AD6B-2345525CAA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04114C-54BD-8999-9C8B-4EC804A10684}"/>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5" name="Footer Placeholder 4">
            <a:extLst>
              <a:ext uri="{FF2B5EF4-FFF2-40B4-BE49-F238E27FC236}">
                <a16:creationId xmlns:a16="http://schemas.microsoft.com/office/drawing/2014/main" id="{3C00AD6A-335D-1345-2C5E-63C548076F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8B6D79-9381-2BCB-149D-009FAC7906A0}"/>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1570394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06BC2F-C8A7-9283-176C-9A3FDB6CD8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E05C55-A510-9C85-4C83-2F4FE9853A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104AB3-6264-6C79-9C35-47F3D808F537}"/>
              </a:ext>
            </a:extLst>
          </p:cNvPr>
          <p:cNvSpPr>
            <a:spLocks noGrp="1"/>
          </p:cNvSpPr>
          <p:nvPr>
            <p:ph type="dt" sz="half" idx="10"/>
          </p:nvPr>
        </p:nvSpPr>
        <p:spPr/>
        <p:txBody>
          <a:bodyPr/>
          <a:lstStyle/>
          <a:p>
            <a:fld id="{14396274-E83D-4D67-860E-189FB4A06491}" type="datetimeFigureOut">
              <a:rPr lang="en-IN" smtClean="0"/>
              <a:t>28-05-2023</a:t>
            </a:fld>
            <a:endParaRPr lang="en-IN"/>
          </a:p>
        </p:txBody>
      </p:sp>
      <p:sp>
        <p:nvSpPr>
          <p:cNvPr id="5" name="Footer Placeholder 4">
            <a:extLst>
              <a:ext uri="{FF2B5EF4-FFF2-40B4-BE49-F238E27FC236}">
                <a16:creationId xmlns:a16="http://schemas.microsoft.com/office/drawing/2014/main" id="{D7029B26-07E5-8BAD-D027-E4227DF8C7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0E673A-F040-4650-D9FA-6F581E791928}"/>
              </a:ext>
            </a:extLst>
          </p:cNvPr>
          <p:cNvSpPr>
            <a:spLocks noGrp="1"/>
          </p:cNvSpPr>
          <p:nvPr>
            <p:ph type="sldNum" sz="quarter" idx="12"/>
          </p:nvPr>
        </p:nvSpPr>
        <p:spPr/>
        <p:txBody>
          <a:bodyPr/>
          <a:lstStyle/>
          <a:p>
            <a:fld id="{0698E86D-4571-4FE8-AE4B-AEE80F68FC02}" type="slidenum">
              <a:rPr lang="en-IN" smtClean="0"/>
              <a:t>‹#›</a:t>
            </a:fld>
            <a:endParaRPr lang="en-IN"/>
          </a:p>
        </p:txBody>
      </p:sp>
    </p:spTree>
    <p:extLst>
      <p:ext uri="{BB962C8B-B14F-4D97-AF65-F5344CB8AC3E}">
        <p14:creationId xmlns:p14="http://schemas.microsoft.com/office/powerpoint/2010/main" val="20308545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3850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9794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aam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Our Team LAYOUT</a:t>
            </a:r>
          </a:p>
        </p:txBody>
      </p:sp>
      <p:sp>
        <p:nvSpPr>
          <p:cNvPr id="4" name="Freeform: Shape 3">
            <a:extLst>
              <a:ext uri="{FF2B5EF4-FFF2-40B4-BE49-F238E27FC236}">
                <a16:creationId xmlns:a16="http://schemas.microsoft.com/office/drawing/2014/main" id="{D4F6D272-925E-407D-96CF-EB9C0739DD30}"/>
              </a:ext>
            </a:extLst>
          </p:cNvPr>
          <p:cNvSpPr/>
          <p:nvPr userDrawn="1"/>
        </p:nvSpPr>
        <p:spPr>
          <a:xfrm rot="5400000">
            <a:off x="-353869" y="357298"/>
            <a:ext cx="2171699" cy="1457105"/>
          </a:xfrm>
          <a:custGeom>
            <a:avLst/>
            <a:gdLst>
              <a:gd name="connsiteX0" fmla="*/ 2501155 w 3201892"/>
              <a:gd name="connsiteY0" fmla="*/ 1847914 h 2148314"/>
              <a:gd name="connsiteX1" fmla="*/ 2534032 w 3201892"/>
              <a:gd name="connsiteY1" fmla="*/ 1925783 h 2148314"/>
              <a:gd name="connsiteX2" fmla="*/ 2542909 w 3201892"/>
              <a:gd name="connsiteY2" fmla="*/ 1936140 h 2148314"/>
              <a:gd name="connsiteX3" fmla="*/ 2680517 w 3201892"/>
              <a:gd name="connsiteY3" fmla="*/ 1990888 h 2148314"/>
              <a:gd name="connsiteX4" fmla="*/ 2788533 w 3201892"/>
              <a:gd name="connsiteY4" fmla="*/ 1925783 h 2148314"/>
              <a:gd name="connsiteX5" fmla="*/ 2819605 w 3201892"/>
              <a:gd name="connsiteY5" fmla="*/ 1819246 h 2148314"/>
              <a:gd name="connsiteX6" fmla="*/ 2640566 w 3201892"/>
              <a:gd name="connsiteY6" fmla="*/ 1683116 h 2148314"/>
              <a:gd name="connsiteX7" fmla="*/ 2501155 w 3201892"/>
              <a:gd name="connsiteY7" fmla="*/ 1847914 h 2148314"/>
              <a:gd name="connsiteX8" fmla="*/ 1615856 w 3201892"/>
              <a:gd name="connsiteY8" fmla="*/ 388573 h 2148314"/>
              <a:gd name="connsiteX9" fmla="*/ 1615902 w 3201892"/>
              <a:gd name="connsiteY9" fmla="*/ 424478 h 2148314"/>
              <a:gd name="connsiteX10" fmla="*/ 1646234 w 3201892"/>
              <a:gd name="connsiteY10" fmla="*/ 491987 h 2148314"/>
              <a:gd name="connsiteX11" fmla="*/ 1709860 w 3201892"/>
              <a:gd name="connsiteY11" fmla="*/ 546735 h 2148314"/>
              <a:gd name="connsiteX12" fmla="*/ 1903696 w 3201892"/>
              <a:gd name="connsiteY12" fmla="*/ 491987 h 2148314"/>
              <a:gd name="connsiteX13" fmla="*/ 1934769 w 3201892"/>
              <a:gd name="connsiteY13" fmla="*/ 407647 h 2148314"/>
              <a:gd name="connsiteX14" fmla="*/ 1881501 w 3201892"/>
              <a:gd name="connsiteY14" fmla="*/ 292234 h 2148314"/>
              <a:gd name="connsiteX15" fmla="*/ 1625520 w 3201892"/>
              <a:gd name="connsiteY15" fmla="*/ 351419 h 2148314"/>
              <a:gd name="connsiteX16" fmla="*/ 1615856 w 3201892"/>
              <a:gd name="connsiteY16" fmla="*/ 388573 h 2148314"/>
              <a:gd name="connsiteX17" fmla="*/ 1477368 w 3201892"/>
              <a:gd name="connsiteY17" fmla="*/ 1765238 h 2148314"/>
              <a:gd name="connsiteX18" fmla="*/ 1477552 w 3201892"/>
              <a:gd name="connsiteY18" fmla="*/ 1754141 h 2148314"/>
              <a:gd name="connsiteX19" fmla="*/ 1479032 w 3201892"/>
              <a:gd name="connsiteY19" fmla="*/ 86560 h 2148314"/>
              <a:gd name="connsiteX20" fmla="*/ 1479032 w 3201892"/>
              <a:gd name="connsiteY20" fmla="*/ 25892 h 2148314"/>
              <a:gd name="connsiteX21" fmla="*/ 1505666 w 3201892"/>
              <a:gd name="connsiteY21" fmla="*/ 738 h 2148314"/>
              <a:gd name="connsiteX22" fmla="*/ 1547097 w 3201892"/>
              <a:gd name="connsiteY22" fmla="*/ 3698 h 2148314"/>
              <a:gd name="connsiteX23" fmla="*/ 1832673 w 3201892"/>
              <a:gd name="connsiteY23" fmla="*/ 42169 h 2148314"/>
              <a:gd name="connsiteX24" fmla="*/ 2276571 w 3201892"/>
              <a:gd name="connsiteY24" fmla="*/ 197534 h 2148314"/>
              <a:gd name="connsiteX25" fmla="*/ 2674600 w 3201892"/>
              <a:gd name="connsiteY25" fmla="*/ 463873 h 2148314"/>
              <a:gd name="connsiteX26" fmla="*/ 2702714 w 3201892"/>
              <a:gd name="connsiteY26" fmla="*/ 490507 h 2148314"/>
              <a:gd name="connsiteX27" fmla="*/ 2720471 w 3201892"/>
              <a:gd name="connsiteY27" fmla="*/ 505304 h 2148314"/>
              <a:gd name="connsiteX28" fmla="*/ 2721951 w 3201892"/>
              <a:gd name="connsiteY28" fmla="*/ 540816 h 2148314"/>
              <a:gd name="connsiteX29" fmla="*/ 2682000 w 3201892"/>
              <a:gd name="connsiteY29" fmla="*/ 579287 h 2148314"/>
              <a:gd name="connsiteX30" fmla="*/ 2440815 w 3201892"/>
              <a:gd name="connsiteY30" fmla="*/ 821954 h 2148314"/>
              <a:gd name="connsiteX31" fmla="*/ 2414181 w 3201892"/>
              <a:gd name="connsiteY31" fmla="*/ 820474 h 2148314"/>
              <a:gd name="connsiteX32" fmla="*/ 2141923 w 3201892"/>
              <a:gd name="connsiteY32" fmla="*/ 743531 h 2148314"/>
              <a:gd name="connsiteX33" fmla="*/ 1983598 w 3201892"/>
              <a:gd name="connsiteY33" fmla="*/ 981756 h 2148314"/>
              <a:gd name="connsiteX34" fmla="*/ 2019109 w 3201892"/>
              <a:gd name="connsiteY34" fmla="*/ 1101610 h 2148314"/>
              <a:gd name="connsiteX35" fmla="*/ 2050183 w 3201892"/>
              <a:gd name="connsiteY35" fmla="*/ 1140081 h 2148314"/>
              <a:gd name="connsiteX36" fmla="*/ 2062020 w 3201892"/>
              <a:gd name="connsiteY36" fmla="*/ 1150438 h 2148314"/>
              <a:gd name="connsiteX37" fmla="*/ 2062020 w 3201892"/>
              <a:gd name="connsiteY37" fmla="*/ 1197787 h 2148314"/>
              <a:gd name="connsiteX38" fmla="*/ 1493829 w 3201892"/>
              <a:gd name="connsiteY38" fmla="*/ 1765978 h 2148314"/>
              <a:gd name="connsiteX39" fmla="*/ 1480512 w 3201892"/>
              <a:gd name="connsiteY39" fmla="*/ 1776335 h 2148314"/>
              <a:gd name="connsiteX40" fmla="*/ 1477368 w 3201892"/>
              <a:gd name="connsiteY40" fmla="*/ 1765238 h 2148314"/>
              <a:gd name="connsiteX41" fmla="*/ 1424283 w 3201892"/>
              <a:gd name="connsiteY41" fmla="*/ 2140333 h 2148314"/>
              <a:gd name="connsiteX42" fmla="*/ 1480511 w 3201892"/>
              <a:gd name="connsiteY42" fmla="*/ 2087065 h 2148314"/>
              <a:gd name="connsiteX43" fmla="*/ 1727613 w 3201892"/>
              <a:gd name="connsiteY43" fmla="*/ 1839961 h 2148314"/>
              <a:gd name="connsiteX44" fmla="*/ 1973238 w 3201892"/>
              <a:gd name="connsiteY44" fmla="*/ 1594336 h 2148314"/>
              <a:gd name="connsiteX45" fmla="*/ 2004311 w 3201892"/>
              <a:gd name="connsiteY45" fmla="*/ 1591379 h 2148314"/>
              <a:gd name="connsiteX46" fmla="*/ 2332796 w 3201892"/>
              <a:gd name="connsiteY46" fmla="*/ 1544028 h 2148314"/>
              <a:gd name="connsiteX47" fmla="*/ 2344633 w 3201892"/>
              <a:gd name="connsiteY47" fmla="*/ 1530711 h 2148314"/>
              <a:gd name="connsiteX48" fmla="*/ 2377187 w 3201892"/>
              <a:gd name="connsiteY48" fmla="*/ 1453768 h 2148314"/>
              <a:gd name="connsiteX49" fmla="*/ 2343153 w 3201892"/>
              <a:gd name="connsiteY49" fmla="*/ 1258452 h 2148314"/>
              <a:gd name="connsiteX50" fmla="*/ 2347593 w 3201892"/>
              <a:gd name="connsiteY50" fmla="*/ 1219981 h 2148314"/>
              <a:gd name="connsiteX51" fmla="*/ 2362390 w 3201892"/>
              <a:gd name="connsiteY51" fmla="*/ 1206664 h 2148314"/>
              <a:gd name="connsiteX52" fmla="*/ 2551786 w 3201892"/>
              <a:gd name="connsiteY52" fmla="*/ 1015788 h 2148314"/>
              <a:gd name="connsiteX53" fmla="*/ 2603575 w 3201892"/>
              <a:gd name="connsiteY53" fmla="*/ 962520 h 2148314"/>
              <a:gd name="connsiteX54" fmla="*/ 2613932 w 3201892"/>
              <a:gd name="connsiteY54" fmla="*/ 943285 h 2148314"/>
              <a:gd name="connsiteX55" fmla="*/ 2667200 w 3201892"/>
              <a:gd name="connsiteY55" fmla="*/ 890017 h 2148314"/>
              <a:gd name="connsiteX56" fmla="*/ 2696794 w 3201892"/>
              <a:gd name="connsiteY56" fmla="*/ 890017 h 2148314"/>
              <a:gd name="connsiteX57" fmla="*/ 2760419 w 3201892"/>
              <a:gd name="connsiteY57" fmla="*/ 961042 h 2148314"/>
              <a:gd name="connsiteX58" fmla="*/ 2766339 w 3201892"/>
              <a:gd name="connsiteY58" fmla="*/ 981756 h 2148314"/>
              <a:gd name="connsiteX59" fmla="*/ 2939458 w 3201892"/>
              <a:gd name="connsiteY59" fmla="*/ 1230341 h 2148314"/>
              <a:gd name="connsiteX60" fmla="*/ 2976450 w 3201892"/>
              <a:gd name="connsiteY60" fmla="*/ 1296924 h 2148314"/>
              <a:gd name="connsiteX61" fmla="*/ 3062272 w 3201892"/>
              <a:gd name="connsiteY61" fmla="*/ 1477443 h 2148314"/>
              <a:gd name="connsiteX62" fmla="*/ 3188043 w 3201892"/>
              <a:gd name="connsiteY62" fmla="*/ 1959814 h 2148314"/>
              <a:gd name="connsiteX63" fmla="*/ 3195440 w 3201892"/>
              <a:gd name="connsiteY63" fmla="*/ 2020480 h 2148314"/>
              <a:gd name="connsiteX64" fmla="*/ 3201360 w 3201892"/>
              <a:gd name="connsiteY64" fmla="*/ 2119617 h 2148314"/>
              <a:gd name="connsiteX65" fmla="*/ 3179163 w 3201892"/>
              <a:gd name="connsiteY65" fmla="*/ 2144773 h 2148314"/>
              <a:gd name="connsiteX66" fmla="*/ 2442292 w 3201892"/>
              <a:gd name="connsiteY66" fmla="*/ 2144773 h 2148314"/>
              <a:gd name="connsiteX67" fmla="*/ 1450917 w 3201892"/>
              <a:gd name="connsiteY67" fmla="*/ 2144773 h 2148314"/>
              <a:gd name="connsiteX68" fmla="*/ 1424283 w 3201892"/>
              <a:gd name="connsiteY68" fmla="*/ 2140333 h 2148314"/>
              <a:gd name="connsiteX69" fmla="*/ 87779 w 3201892"/>
              <a:gd name="connsiteY69" fmla="*/ 1650933 h 2148314"/>
              <a:gd name="connsiteX70" fmla="*/ 120701 w 3201892"/>
              <a:gd name="connsiteY70" fmla="*/ 1724546 h 2148314"/>
              <a:gd name="connsiteX71" fmla="*/ 280505 w 3201892"/>
              <a:gd name="connsiteY71" fmla="*/ 1785212 h 2148314"/>
              <a:gd name="connsiteX72" fmla="*/ 372245 w 3201892"/>
              <a:gd name="connsiteY72" fmla="*/ 1724546 h 2148314"/>
              <a:gd name="connsiteX73" fmla="*/ 404797 w 3201892"/>
              <a:gd name="connsiteY73" fmla="*/ 1612093 h 2148314"/>
              <a:gd name="connsiteX74" fmla="*/ 240554 w 3201892"/>
              <a:gd name="connsiteY74" fmla="*/ 1477442 h 2148314"/>
              <a:gd name="connsiteX75" fmla="*/ 101466 w 3201892"/>
              <a:gd name="connsiteY75" fmla="*/ 1570661 h 2148314"/>
              <a:gd name="connsiteX76" fmla="*/ 87779 w 3201892"/>
              <a:gd name="connsiteY76" fmla="*/ 1650933 h 2148314"/>
              <a:gd name="connsiteX77" fmla="*/ 0 w 3201892"/>
              <a:gd name="connsiteY77" fmla="*/ 832939 h 2148314"/>
              <a:gd name="connsiteX78" fmla="*/ 0 w 3201892"/>
              <a:gd name="connsiteY78" fmla="*/ 803651 h 2148314"/>
              <a:gd name="connsiteX79" fmla="*/ 21564 w 3201892"/>
              <a:gd name="connsiteY79" fmla="*/ 784960 h 2148314"/>
              <a:gd name="connsiteX80" fmla="*/ 151775 w 3201892"/>
              <a:gd name="connsiteY80" fmla="*/ 675466 h 2148314"/>
              <a:gd name="connsiteX81" fmla="*/ 620827 w 3201892"/>
              <a:gd name="connsiteY81" fmla="*/ 416525 h 2148314"/>
              <a:gd name="connsiteX82" fmla="*/ 1094321 w 3201892"/>
              <a:gd name="connsiteY82" fmla="*/ 304069 h 2148314"/>
              <a:gd name="connsiteX83" fmla="*/ 1193458 w 3201892"/>
              <a:gd name="connsiteY83" fmla="*/ 296671 h 2148314"/>
              <a:gd name="connsiteX84" fmla="*/ 1196418 w 3201892"/>
              <a:gd name="connsiteY84" fmla="*/ 295191 h 2148314"/>
              <a:gd name="connsiteX85" fmla="*/ 1199376 w 3201892"/>
              <a:gd name="connsiteY85" fmla="*/ 295191 h 2148314"/>
              <a:gd name="connsiteX86" fmla="*/ 1248206 w 3201892"/>
              <a:gd name="connsiteY86" fmla="*/ 336622 h 2148314"/>
              <a:gd name="connsiteX87" fmla="*/ 1248206 w 3201892"/>
              <a:gd name="connsiteY87" fmla="*/ 2076706 h 2148314"/>
              <a:gd name="connsiteX88" fmla="*/ 1248206 w 3201892"/>
              <a:gd name="connsiteY88" fmla="*/ 2081145 h 2148314"/>
              <a:gd name="connsiteX89" fmla="*/ 1234889 w 3201892"/>
              <a:gd name="connsiteY89" fmla="*/ 2069308 h 2148314"/>
              <a:gd name="connsiteX90" fmla="*/ 1215653 w 3201892"/>
              <a:gd name="connsiteY90" fmla="*/ 2048594 h 2148314"/>
              <a:gd name="connsiteX91" fmla="*/ 521690 w 3201892"/>
              <a:gd name="connsiteY91" fmla="*/ 1354632 h 2148314"/>
              <a:gd name="connsiteX92" fmla="*/ 509853 w 3201892"/>
              <a:gd name="connsiteY92" fmla="*/ 1341315 h 2148314"/>
              <a:gd name="connsiteX93" fmla="*/ 549804 w 3201892"/>
              <a:gd name="connsiteY93" fmla="*/ 1333915 h 2148314"/>
              <a:gd name="connsiteX94" fmla="*/ 563121 w 3201892"/>
              <a:gd name="connsiteY94" fmla="*/ 1333915 h 2148314"/>
              <a:gd name="connsiteX95" fmla="*/ 579398 w 3201892"/>
              <a:gd name="connsiteY95" fmla="*/ 1319118 h 2148314"/>
              <a:gd name="connsiteX96" fmla="*/ 672616 w 3201892"/>
              <a:gd name="connsiteY96" fmla="*/ 1267330 h 2148314"/>
              <a:gd name="connsiteX97" fmla="*/ 718486 w 3201892"/>
              <a:gd name="connsiteY97" fmla="*/ 1215541 h 2148314"/>
              <a:gd name="connsiteX98" fmla="*/ 730323 w 3201892"/>
              <a:gd name="connsiteY98" fmla="*/ 1211104 h 2148314"/>
              <a:gd name="connsiteX99" fmla="*/ 758437 w 3201892"/>
              <a:gd name="connsiteY99" fmla="*/ 1129722 h 2148314"/>
              <a:gd name="connsiteX100" fmla="*/ 758437 w 3201892"/>
              <a:gd name="connsiteY100" fmla="*/ 1058699 h 2148314"/>
              <a:gd name="connsiteX101" fmla="*/ 711087 w 3201892"/>
              <a:gd name="connsiteY101" fmla="*/ 947723 h 2148314"/>
              <a:gd name="connsiteX102" fmla="*/ 563121 w 3201892"/>
              <a:gd name="connsiteY102" fmla="*/ 858943 h 2148314"/>
              <a:gd name="connsiteX103" fmla="*/ 554244 w 3201892"/>
              <a:gd name="connsiteY103" fmla="*/ 855983 h 2148314"/>
              <a:gd name="connsiteX104" fmla="*/ 483219 w 3201892"/>
              <a:gd name="connsiteY104" fmla="*/ 855983 h 2148314"/>
              <a:gd name="connsiteX105" fmla="*/ 394440 w 3201892"/>
              <a:gd name="connsiteY105" fmla="*/ 887057 h 2148314"/>
              <a:gd name="connsiteX106" fmla="*/ 277546 w 3201892"/>
              <a:gd name="connsiteY106" fmla="*/ 1089771 h 2148314"/>
              <a:gd name="connsiteX107" fmla="*/ 277546 w 3201892"/>
              <a:gd name="connsiteY107" fmla="*/ 1098650 h 2148314"/>
              <a:gd name="connsiteX108" fmla="*/ 273106 w 3201892"/>
              <a:gd name="connsiteY108" fmla="*/ 1106047 h 2148314"/>
              <a:gd name="connsiteX109" fmla="*/ 0 w 3201892"/>
              <a:gd name="connsiteY109" fmla="*/ 2144087 h 2148314"/>
              <a:gd name="connsiteX110" fmla="*/ 0 w 3201892"/>
              <a:gd name="connsiteY110" fmla="*/ 958944 h 2148314"/>
              <a:gd name="connsiteX111" fmla="*/ 2327 w 3201892"/>
              <a:gd name="connsiteY111" fmla="*/ 961039 h 2148314"/>
              <a:gd name="connsiteX112" fmla="*/ 1104679 w 3201892"/>
              <a:gd name="connsiteY112" fmla="*/ 2057470 h 2148314"/>
              <a:gd name="connsiteX113" fmla="*/ 1117996 w 3201892"/>
              <a:gd name="connsiteY113" fmla="*/ 2072267 h 2148314"/>
              <a:gd name="connsiteX114" fmla="*/ 1120953 w 3201892"/>
              <a:gd name="connsiteY114" fmla="*/ 2088544 h 2148314"/>
              <a:gd name="connsiteX115" fmla="*/ 1163864 w 3201892"/>
              <a:gd name="connsiteY115" fmla="*/ 2128493 h 2148314"/>
              <a:gd name="connsiteX116" fmla="*/ 1175701 w 3201892"/>
              <a:gd name="connsiteY116" fmla="*/ 2143290 h 2148314"/>
              <a:gd name="connsiteX117" fmla="*/ 1147587 w 3201892"/>
              <a:gd name="connsiteY117" fmla="*/ 2147730 h 2148314"/>
              <a:gd name="connsiteX118" fmla="*/ 110344 w 3201892"/>
              <a:gd name="connsiteY118" fmla="*/ 2147730 h 2148314"/>
              <a:gd name="connsiteX119" fmla="*/ 12687 w 3201892"/>
              <a:gd name="connsiteY119" fmla="*/ 2147730 h 214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3201892" h="2148314">
                <a:moveTo>
                  <a:pt x="2501155" y="1847914"/>
                </a:moveTo>
                <a:cubicBezTo>
                  <a:pt x="2503421" y="1874271"/>
                  <a:pt x="2513686" y="1900998"/>
                  <a:pt x="2534032" y="1925783"/>
                </a:cubicBezTo>
                <a:cubicBezTo>
                  <a:pt x="2536989" y="1928740"/>
                  <a:pt x="2539949" y="1933180"/>
                  <a:pt x="2542909" y="1936140"/>
                </a:cubicBezTo>
                <a:cubicBezTo>
                  <a:pt x="2579900" y="1979049"/>
                  <a:pt x="2625771" y="1996805"/>
                  <a:pt x="2680517" y="1990888"/>
                </a:cubicBezTo>
                <a:cubicBezTo>
                  <a:pt x="2726388" y="1984968"/>
                  <a:pt x="2760419" y="1961294"/>
                  <a:pt x="2788533" y="1925783"/>
                </a:cubicBezTo>
                <a:cubicBezTo>
                  <a:pt x="2810728" y="1894709"/>
                  <a:pt x="2825525" y="1860677"/>
                  <a:pt x="2819605" y="1819246"/>
                </a:cubicBezTo>
                <a:cubicBezTo>
                  <a:pt x="2806288" y="1733424"/>
                  <a:pt x="2727868" y="1672759"/>
                  <a:pt x="2640566" y="1683116"/>
                </a:cubicBezTo>
                <a:cubicBezTo>
                  <a:pt x="2559555" y="1693104"/>
                  <a:pt x="2494357" y="1768844"/>
                  <a:pt x="2501155" y="1847914"/>
                </a:cubicBezTo>
                <a:close/>
                <a:moveTo>
                  <a:pt x="1615856" y="388573"/>
                </a:moveTo>
                <a:cubicBezTo>
                  <a:pt x="1614238" y="400757"/>
                  <a:pt x="1614238" y="412733"/>
                  <a:pt x="1615902" y="424478"/>
                </a:cubicBezTo>
                <a:cubicBezTo>
                  <a:pt x="1619231" y="447968"/>
                  <a:pt x="1629218" y="470533"/>
                  <a:pt x="1646234" y="491987"/>
                </a:cubicBezTo>
                <a:cubicBezTo>
                  <a:pt x="1663991" y="515662"/>
                  <a:pt x="1683228" y="534898"/>
                  <a:pt x="1709860" y="546735"/>
                </a:cubicBezTo>
                <a:cubicBezTo>
                  <a:pt x="1766088" y="573369"/>
                  <a:pt x="1850430" y="567450"/>
                  <a:pt x="1903696" y="491987"/>
                </a:cubicBezTo>
                <a:cubicBezTo>
                  <a:pt x="1922932" y="466833"/>
                  <a:pt x="1934769" y="440199"/>
                  <a:pt x="1934769" y="407647"/>
                </a:cubicBezTo>
                <a:cubicBezTo>
                  <a:pt x="1933290" y="361777"/>
                  <a:pt x="1915533" y="324785"/>
                  <a:pt x="1881501" y="292234"/>
                </a:cubicBezTo>
                <a:cubicBezTo>
                  <a:pt x="1803079" y="216771"/>
                  <a:pt x="1663991" y="249323"/>
                  <a:pt x="1625520" y="351419"/>
                </a:cubicBezTo>
                <a:cubicBezTo>
                  <a:pt x="1620711" y="363997"/>
                  <a:pt x="1617474" y="376389"/>
                  <a:pt x="1615856" y="388573"/>
                </a:cubicBezTo>
                <a:close/>
                <a:moveTo>
                  <a:pt x="1477368" y="1765238"/>
                </a:moveTo>
                <a:cubicBezTo>
                  <a:pt x="1477183" y="1761539"/>
                  <a:pt x="1477552" y="1757839"/>
                  <a:pt x="1477552" y="1754141"/>
                </a:cubicBezTo>
                <a:cubicBezTo>
                  <a:pt x="1477552" y="1197787"/>
                  <a:pt x="1477552" y="641435"/>
                  <a:pt x="1479032" y="86560"/>
                </a:cubicBezTo>
                <a:cubicBezTo>
                  <a:pt x="1479032" y="65844"/>
                  <a:pt x="1479032" y="46609"/>
                  <a:pt x="1479032" y="25892"/>
                </a:cubicBezTo>
                <a:cubicBezTo>
                  <a:pt x="1480512" y="738"/>
                  <a:pt x="1480512" y="738"/>
                  <a:pt x="1505666" y="738"/>
                </a:cubicBezTo>
                <a:cubicBezTo>
                  <a:pt x="1518983" y="738"/>
                  <a:pt x="1533780" y="-2219"/>
                  <a:pt x="1547097" y="3698"/>
                </a:cubicBezTo>
                <a:cubicBezTo>
                  <a:pt x="1643276" y="6658"/>
                  <a:pt x="1737974" y="21455"/>
                  <a:pt x="1832673" y="42169"/>
                </a:cubicBezTo>
                <a:cubicBezTo>
                  <a:pt x="1986558" y="74723"/>
                  <a:pt x="2134523" y="126512"/>
                  <a:pt x="2276571" y="197534"/>
                </a:cubicBezTo>
                <a:cubicBezTo>
                  <a:pt x="2420099" y="270037"/>
                  <a:pt x="2553269" y="358819"/>
                  <a:pt x="2674600" y="463873"/>
                </a:cubicBezTo>
                <a:cubicBezTo>
                  <a:pt x="2684960" y="472753"/>
                  <a:pt x="2695317" y="478670"/>
                  <a:pt x="2702714" y="490507"/>
                </a:cubicBezTo>
                <a:cubicBezTo>
                  <a:pt x="2708634" y="494947"/>
                  <a:pt x="2714551" y="500867"/>
                  <a:pt x="2720471" y="505304"/>
                </a:cubicBezTo>
                <a:cubicBezTo>
                  <a:pt x="2742665" y="524541"/>
                  <a:pt x="2741185" y="521581"/>
                  <a:pt x="2721951" y="540816"/>
                </a:cubicBezTo>
                <a:cubicBezTo>
                  <a:pt x="2716031" y="563012"/>
                  <a:pt x="2704194" y="574850"/>
                  <a:pt x="2682000" y="579287"/>
                </a:cubicBezTo>
                <a:cubicBezTo>
                  <a:pt x="2602097" y="660669"/>
                  <a:pt x="2520715" y="740572"/>
                  <a:pt x="2440815" y="821954"/>
                </a:cubicBezTo>
                <a:cubicBezTo>
                  <a:pt x="2430456" y="832311"/>
                  <a:pt x="2424538" y="833791"/>
                  <a:pt x="2414181" y="820474"/>
                </a:cubicBezTo>
                <a:cubicBezTo>
                  <a:pt x="2347596" y="737612"/>
                  <a:pt x="2239580" y="706540"/>
                  <a:pt x="2141923" y="743531"/>
                </a:cubicBezTo>
                <a:cubicBezTo>
                  <a:pt x="2042786" y="780523"/>
                  <a:pt x="1980638" y="875220"/>
                  <a:pt x="1983598" y="981756"/>
                </a:cubicBezTo>
                <a:cubicBezTo>
                  <a:pt x="1985078" y="1024667"/>
                  <a:pt x="1999875" y="1064619"/>
                  <a:pt x="2019109" y="1101610"/>
                </a:cubicBezTo>
                <a:cubicBezTo>
                  <a:pt x="2029469" y="1113447"/>
                  <a:pt x="2039826" y="1126764"/>
                  <a:pt x="2050183" y="1140081"/>
                </a:cubicBezTo>
                <a:cubicBezTo>
                  <a:pt x="2054623" y="1143041"/>
                  <a:pt x="2057581" y="1147478"/>
                  <a:pt x="2062020" y="1150438"/>
                </a:cubicBezTo>
                <a:cubicBezTo>
                  <a:pt x="2087175" y="1172633"/>
                  <a:pt x="2087175" y="1172633"/>
                  <a:pt x="2062020" y="1197787"/>
                </a:cubicBezTo>
                <a:cubicBezTo>
                  <a:pt x="1872624" y="1387185"/>
                  <a:pt x="1683228" y="1576582"/>
                  <a:pt x="1493829" y="1765978"/>
                </a:cubicBezTo>
                <a:cubicBezTo>
                  <a:pt x="1489392" y="1770418"/>
                  <a:pt x="1487912" y="1774856"/>
                  <a:pt x="1480512" y="1776335"/>
                </a:cubicBezTo>
                <a:cubicBezTo>
                  <a:pt x="1478294" y="1772636"/>
                  <a:pt x="1477554" y="1768937"/>
                  <a:pt x="1477368" y="1765238"/>
                </a:cubicBezTo>
                <a:close/>
                <a:moveTo>
                  <a:pt x="1424283" y="2140333"/>
                </a:moveTo>
                <a:cubicBezTo>
                  <a:pt x="1443520" y="2122576"/>
                  <a:pt x="1461274" y="2104822"/>
                  <a:pt x="1480511" y="2087065"/>
                </a:cubicBezTo>
                <a:cubicBezTo>
                  <a:pt x="1563371" y="2005683"/>
                  <a:pt x="1644753" y="1922823"/>
                  <a:pt x="1727613" y="1839961"/>
                </a:cubicBezTo>
                <a:cubicBezTo>
                  <a:pt x="1808995" y="1758581"/>
                  <a:pt x="1891858" y="1677198"/>
                  <a:pt x="1973238" y="1594336"/>
                </a:cubicBezTo>
                <a:cubicBezTo>
                  <a:pt x="1983597" y="1583979"/>
                  <a:pt x="1990994" y="1582499"/>
                  <a:pt x="2004311" y="1591379"/>
                </a:cubicBezTo>
                <a:cubicBezTo>
                  <a:pt x="2109368" y="1665361"/>
                  <a:pt x="2251416" y="1644645"/>
                  <a:pt x="2332796" y="1544028"/>
                </a:cubicBezTo>
                <a:cubicBezTo>
                  <a:pt x="2337236" y="1539590"/>
                  <a:pt x="2340195" y="1535151"/>
                  <a:pt x="2344633" y="1530711"/>
                </a:cubicBezTo>
                <a:cubicBezTo>
                  <a:pt x="2356470" y="1505557"/>
                  <a:pt x="2371267" y="1481882"/>
                  <a:pt x="2377187" y="1453768"/>
                </a:cubicBezTo>
                <a:cubicBezTo>
                  <a:pt x="2393464" y="1384225"/>
                  <a:pt x="2384584" y="1317640"/>
                  <a:pt x="2343153" y="1258452"/>
                </a:cubicBezTo>
                <a:cubicBezTo>
                  <a:pt x="2331316" y="1242178"/>
                  <a:pt x="2331316" y="1231820"/>
                  <a:pt x="2347593" y="1219981"/>
                </a:cubicBezTo>
                <a:cubicBezTo>
                  <a:pt x="2353513" y="1215544"/>
                  <a:pt x="2357950" y="1211104"/>
                  <a:pt x="2362390" y="1206664"/>
                </a:cubicBezTo>
                <a:cubicBezTo>
                  <a:pt x="2424535" y="1143039"/>
                  <a:pt x="2488161" y="1079413"/>
                  <a:pt x="2551786" y="1015788"/>
                </a:cubicBezTo>
                <a:cubicBezTo>
                  <a:pt x="2569543" y="998033"/>
                  <a:pt x="2585820" y="980277"/>
                  <a:pt x="2603575" y="962520"/>
                </a:cubicBezTo>
                <a:cubicBezTo>
                  <a:pt x="2606534" y="956602"/>
                  <a:pt x="2608014" y="949205"/>
                  <a:pt x="2613932" y="943285"/>
                </a:cubicBezTo>
                <a:cubicBezTo>
                  <a:pt x="2631689" y="925528"/>
                  <a:pt x="2649445" y="907774"/>
                  <a:pt x="2667200" y="890017"/>
                </a:cubicBezTo>
                <a:cubicBezTo>
                  <a:pt x="2677559" y="879660"/>
                  <a:pt x="2687917" y="879660"/>
                  <a:pt x="2696794" y="890017"/>
                </a:cubicBezTo>
                <a:cubicBezTo>
                  <a:pt x="2718988" y="913691"/>
                  <a:pt x="2739705" y="935888"/>
                  <a:pt x="2760419" y="961042"/>
                </a:cubicBezTo>
                <a:cubicBezTo>
                  <a:pt x="2764859" y="966959"/>
                  <a:pt x="2764859" y="974359"/>
                  <a:pt x="2766339" y="981756"/>
                </a:cubicBezTo>
                <a:cubicBezTo>
                  <a:pt x="2829964" y="1060179"/>
                  <a:pt x="2889150" y="1143039"/>
                  <a:pt x="2939458" y="1230341"/>
                </a:cubicBezTo>
                <a:cubicBezTo>
                  <a:pt x="2952775" y="1252535"/>
                  <a:pt x="2964613" y="1274729"/>
                  <a:pt x="2976450" y="1296924"/>
                </a:cubicBezTo>
                <a:cubicBezTo>
                  <a:pt x="3009004" y="1354632"/>
                  <a:pt x="3037118" y="1415297"/>
                  <a:pt x="3062272" y="1477443"/>
                </a:cubicBezTo>
                <a:cubicBezTo>
                  <a:pt x="3125897" y="1632807"/>
                  <a:pt x="3167326" y="1794092"/>
                  <a:pt x="3188043" y="1959814"/>
                </a:cubicBezTo>
                <a:cubicBezTo>
                  <a:pt x="3191002" y="1979049"/>
                  <a:pt x="3191002" y="1999765"/>
                  <a:pt x="3195440" y="2020480"/>
                </a:cubicBezTo>
                <a:cubicBezTo>
                  <a:pt x="3195440" y="2054511"/>
                  <a:pt x="3199880" y="2087065"/>
                  <a:pt x="3201360" y="2119617"/>
                </a:cubicBezTo>
                <a:cubicBezTo>
                  <a:pt x="3202840" y="2143293"/>
                  <a:pt x="3202840" y="2144773"/>
                  <a:pt x="3179163" y="2144773"/>
                </a:cubicBezTo>
                <a:cubicBezTo>
                  <a:pt x="2933541" y="2144773"/>
                  <a:pt x="2687917" y="2144773"/>
                  <a:pt x="2442292" y="2144773"/>
                </a:cubicBezTo>
                <a:cubicBezTo>
                  <a:pt x="2112326" y="2144773"/>
                  <a:pt x="1780881" y="2144773"/>
                  <a:pt x="1450917" y="2144773"/>
                </a:cubicBezTo>
                <a:cubicBezTo>
                  <a:pt x="1442040" y="2144773"/>
                  <a:pt x="1431680" y="2147731"/>
                  <a:pt x="1424283" y="2140333"/>
                </a:cubicBezTo>
                <a:close/>
                <a:moveTo>
                  <a:pt x="87779" y="1650933"/>
                </a:moveTo>
                <a:cubicBezTo>
                  <a:pt x="91108" y="1676827"/>
                  <a:pt x="102205" y="1701611"/>
                  <a:pt x="120701" y="1724546"/>
                </a:cubicBezTo>
                <a:cubicBezTo>
                  <a:pt x="162132" y="1776335"/>
                  <a:pt x="215400" y="1798529"/>
                  <a:pt x="280505" y="1785212"/>
                </a:cubicBezTo>
                <a:cubicBezTo>
                  <a:pt x="318977" y="1776335"/>
                  <a:pt x="348571" y="1754140"/>
                  <a:pt x="372245" y="1724546"/>
                </a:cubicBezTo>
                <a:cubicBezTo>
                  <a:pt x="398879" y="1691993"/>
                  <a:pt x="410716" y="1655001"/>
                  <a:pt x="404797" y="1612093"/>
                </a:cubicBezTo>
                <a:cubicBezTo>
                  <a:pt x="392959" y="1535150"/>
                  <a:pt x="320457" y="1473002"/>
                  <a:pt x="240554" y="1477442"/>
                </a:cubicBezTo>
                <a:cubicBezTo>
                  <a:pt x="175449" y="1481882"/>
                  <a:pt x="128100" y="1512954"/>
                  <a:pt x="101466" y="1570661"/>
                </a:cubicBezTo>
                <a:cubicBezTo>
                  <a:pt x="88889" y="1598036"/>
                  <a:pt x="84450" y="1625039"/>
                  <a:pt x="87779" y="1650933"/>
                </a:cubicBezTo>
                <a:close/>
                <a:moveTo>
                  <a:pt x="0" y="832939"/>
                </a:moveTo>
                <a:lnTo>
                  <a:pt x="0" y="803651"/>
                </a:lnTo>
                <a:lnTo>
                  <a:pt x="21564" y="784960"/>
                </a:lnTo>
                <a:cubicBezTo>
                  <a:pt x="61515" y="745009"/>
                  <a:pt x="105904" y="709498"/>
                  <a:pt x="151775" y="675466"/>
                </a:cubicBezTo>
                <a:cubicBezTo>
                  <a:pt x="295303" y="565970"/>
                  <a:pt x="452147" y="480150"/>
                  <a:pt x="620827" y="416525"/>
                </a:cubicBezTo>
                <a:cubicBezTo>
                  <a:pt x="774712" y="358817"/>
                  <a:pt x="931557" y="321825"/>
                  <a:pt x="1094321" y="304069"/>
                </a:cubicBezTo>
                <a:cubicBezTo>
                  <a:pt x="1126873" y="299631"/>
                  <a:pt x="1160904" y="295191"/>
                  <a:pt x="1193458" y="296671"/>
                </a:cubicBezTo>
                <a:cubicBezTo>
                  <a:pt x="1194938" y="296671"/>
                  <a:pt x="1194938" y="295191"/>
                  <a:pt x="1196418" y="295191"/>
                </a:cubicBezTo>
                <a:cubicBezTo>
                  <a:pt x="1197898" y="295191"/>
                  <a:pt x="1197898" y="295191"/>
                  <a:pt x="1199376" y="295191"/>
                </a:cubicBezTo>
                <a:cubicBezTo>
                  <a:pt x="1240807" y="284834"/>
                  <a:pt x="1248206" y="292231"/>
                  <a:pt x="1248206" y="336622"/>
                </a:cubicBezTo>
                <a:cubicBezTo>
                  <a:pt x="1248206" y="916651"/>
                  <a:pt x="1248206" y="1496679"/>
                  <a:pt x="1248206" y="2076706"/>
                </a:cubicBezTo>
                <a:cubicBezTo>
                  <a:pt x="1249686" y="2078186"/>
                  <a:pt x="1249686" y="2079666"/>
                  <a:pt x="1248206" y="2081145"/>
                </a:cubicBezTo>
                <a:cubicBezTo>
                  <a:pt x="1237847" y="2082625"/>
                  <a:pt x="1234889" y="2078186"/>
                  <a:pt x="1234889" y="2069308"/>
                </a:cubicBezTo>
                <a:cubicBezTo>
                  <a:pt x="1228970" y="2061911"/>
                  <a:pt x="1223052" y="2055991"/>
                  <a:pt x="1215653" y="2048594"/>
                </a:cubicBezTo>
                <a:cubicBezTo>
                  <a:pt x="984825" y="1817766"/>
                  <a:pt x="752518" y="1585459"/>
                  <a:pt x="521690" y="1354632"/>
                </a:cubicBezTo>
                <a:cubicBezTo>
                  <a:pt x="517251" y="1350192"/>
                  <a:pt x="514293" y="1345752"/>
                  <a:pt x="509853" y="1341315"/>
                </a:cubicBezTo>
                <a:cubicBezTo>
                  <a:pt x="521690" y="1332435"/>
                  <a:pt x="537967" y="1339835"/>
                  <a:pt x="549804" y="1333915"/>
                </a:cubicBezTo>
                <a:cubicBezTo>
                  <a:pt x="554244" y="1333915"/>
                  <a:pt x="558682" y="1333915"/>
                  <a:pt x="563121" y="1333915"/>
                </a:cubicBezTo>
                <a:cubicBezTo>
                  <a:pt x="563121" y="1323558"/>
                  <a:pt x="571999" y="1322078"/>
                  <a:pt x="579398" y="1319118"/>
                </a:cubicBezTo>
                <a:cubicBezTo>
                  <a:pt x="613430" y="1307281"/>
                  <a:pt x="644504" y="1291006"/>
                  <a:pt x="672616" y="1267330"/>
                </a:cubicBezTo>
                <a:cubicBezTo>
                  <a:pt x="690372" y="1252535"/>
                  <a:pt x="702209" y="1231818"/>
                  <a:pt x="718486" y="1215541"/>
                </a:cubicBezTo>
                <a:cubicBezTo>
                  <a:pt x="722924" y="1215541"/>
                  <a:pt x="727364" y="1212584"/>
                  <a:pt x="730323" y="1211104"/>
                </a:cubicBezTo>
                <a:cubicBezTo>
                  <a:pt x="742161" y="1185950"/>
                  <a:pt x="752518" y="1157836"/>
                  <a:pt x="758437" y="1129722"/>
                </a:cubicBezTo>
                <a:cubicBezTo>
                  <a:pt x="761395" y="1106047"/>
                  <a:pt x="761395" y="1082373"/>
                  <a:pt x="758437" y="1058699"/>
                </a:cubicBezTo>
                <a:cubicBezTo>
                  <a:pt x="749558" y="1018748"/>
                  <a:pt x="736241" y="980276"/>
                  <a:pt x="711087" y="947723"/>
                </a:cubicBezTo>
                <a:cubicBezTo>
                  <a:pt x="672616" y="900374"/>
                  <a:pt x="623787" y="869300"/>
                  <a:pt x="563121" y="858943"/>
                </a:cubicBezTo>
                <a:cubicBezTo>
                  <a:pt x="560162" y="858943"/>
                  <a:pt x="557202" y="857463"/>
                  <a:pt x="554244" y="855983"/>
                </a:cubicBezTo>
                <a:cubicBezTo>
                  <a:pt x="530568" y="853025"/>
                  <a:pt x="506893" y="853025"/>
                  <a:pt x="483219" y="855983"/>
                </a:cubicBezTo>
                <a:cubicBezTo>
                  <a:pt x="452147" y="861903"/>
                  <a:pt x="422554" y="869300"/>
                  <a:pt x="394440" y="887057"/>
                </a:cubicBezTo>
                <a:cubicBezTo>
                  <a:pt x="318977" y="934406"/>
                  <a:pt x="280506" y="1002471"/>
                  <a:pt x="277546" y="1089771"/>
                </a:cubicBezTo>
                <a:cubicBezTo>
                  <a:pt x="277546" y="1092730"/>
                  <a:pt x="277546" y="1095690"/>
                  <a:pt x="277546" y="1098650"/>
                </a:cubicBezTo>
                <a:cubicBezTo>
                  <a:pt x="276066" y="1098650"/>
                  <a:pt x="276066" y="1100128"/>
                  <a:pt x="273106" y="1106047"/>
                </a:cubicBezTo>
                <a:close/>
                <a:moveTo>
                  <a:pt x="0" y="2144087"/>
                </a:moveTo>
                <a:lnTo>
                  <a:pt x="0" y="958944"/>
                </a:lnTo>
                <a:lnTo>
                  <a:pt x="2327" y="961039"/>
                </a:lnTo>
                <a:cubicBezTo>
                  <a:pt x="369285" y="1326517"/>
                  <a:pt x="734761" y="1693473"/>
                  <a:pt x="1104679" y="2057470"/>
                </a:cubicBezTo>
                <a:cubicBezTo>
                  <a:pt x="1109116" y="2063390"/>
                  <a:pt x="1113556" y="2067828"/>
                  <a:pt x="1117996" y="2072267"/>
                </a:cubicBezTo>
                <a:cubicBezTo>
                  <a:pt x="1122433" y="2076705"/>
                  <a:pt x="1123913" y="2082625"/>
                  <a:pt x="1120953" y="2088544"/>
                </a:cubicBezTo>
                <a:cubicBezTo>
                  <a:pt x="1135750" y="2101861"/>
                  <a:pt x="1147587" y="2118136"/>
                  <a:pt x="1163864" y="2128493"/>
                </a:cubicBezTo>
                <a:cubicBezTo>
                  <a:pt x="1174222" y="2128493"/>
                  <a:pt x="1178661" y="2132933"/>
                  <a:pt x="1175701" y="2143290"/>
                </a:cubicBezTo>
                <a:cubicBezTo>
                  <a:pt x="1168304" y="2150690"/>
                  <a:pt x="1157947" y="2147730"/>
                  <a:pt x="1147587" y="2147730"/>
                </a:cubicBezTo>
                <a:cubicBezTo>
                  <a:pt x="801346" y="2147730"/>
                  <a:pt x="456585" y="2147730"/>
                  <a:pt x="110344" y="2147730"/>
                </a:cubicBezTo>
                <a:cubicBezTo>
                  <a:pt x="77792" y="2147730"/>
                  <a:pt x="45238" y="2147730"/>
                  <a:pt x="12687" y="2147730"/>
                </a:cubicBezTo>
                <a:close/>
              </a:path>
            </a:pathLst>
          </a:custGeom>
          <a:solidFill>
            <a:schemeClr val="bg1">
              <a:alpha val="40000"/>
            </a:schemeClr>
          </a:solidFill>
          <a:ln w="701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8CC2A8B0-31DB-4765-943B-144A953BD880}"/>
              </a:ext>
            </a:extLst>
          </p:cNvPr>
          <p:cNvSpPr/>
          <p:nvPr userDrawn="1"/>
        </p:nvSpPr>
        <p:spPr>
          <a:xfrm flipH="1">
            <a:off x="10564162" y="5765800"/>
            <a:ext cx="1627837" cy="1092200"/>
          </a:xfrm>
          <a:custGeom>
            <a:avLst/>
            <a:gdLst>
              <a:gd name="connsiteX0" fmla="*/ 2501155 w 3201892"/>
              <a:gd name="connsiteY0" fmla="*/ 1847914 h 2148314"/>
              <a:gd name="connsiteX1" fmla="*/ 2534032 w 3201892"/>
              <a:gd name="connsiteY1" fmla="*/ 1925783 h 2148314"/>
              <a:gd name="connsiteX2" fmla="*/ 2542909 w 3201892"/>
              <a:gd name="connsiteY2" fmla="*/ 1936140 h 2148314"/>
              <a:gd name="connsiteX3" fmla="*/ 2680517 w 3201892"/>
              <a:gd name="connsiteY3" fmla="*/ 1990888 h 2148314"/>
              <a:gd name="connsiteX4" fmla="*/ 2788533 w 3201892"/>
              <a:gd name="connsiteY4" fmla="*/ 1925783 h 2148314"/>
              <a:gd name="connsiteX5" fmla="*/ 2819605 w 3201892"/>
              <a:gd name="connsiteY5" fmla="*/ 1819246 h 2148314"/>
              <a:gd name="connsiteX6" fmla="*/ 2640566 w 3201892"/>
              <a:gd name="connsiteY6" fmla="*/ 1683116 h 2148314"/>
              <a:gd name="connsiteX7" fmla="*/ 2501155 w 3201892"/>
              <a:gd name="connsiteY7" fmla="*/ 1847914 h 2148314"/>
              <a:gd name="connsiteX8" fmla="*/ 1615856 w 3201892"/>
              <a:gd name="connsiteY8" fmla="*/ 388573 h 2148314"/>
              <a:gd name="connsiteX9" fmla="*/ 1615902 w 3201892"/>
              <a:gd name="connsiteY9" fmla="*/ 424478 h 2148314"/>
              <a:gd name="connsiteX10" fmla="*/ 1646234 w 3201892"/>
              <a:gd name="connsiteY10" fmla="*/ 491987 h 2148314"/>
              <a:gd name="connsiteX11" fmla="*/ 1709860 w 3201892"/>
              <a:gd name="connsiteY11" fmla="*/ 546735 h 2148314"/>
              <a:gd name="connsiteX12" fmla="*/ 1903696 w 3201892"/>
              <a:gd name="connsiteY12" fmla="*/ 491987 h 2148314"/>
              <a:gd name="connsiteX13" fmla="*/ 1934769 w 3201892"/>
              <a:gd name="connsiteY13" fmla="*/ 407647 h 2148314"/>
              <a:gd name="connsiteX14" fmla="*/ 1881501 w 3201892"/>
              <a:gd name="connsiteY14" fmla="*/ 292234 h 2148314"/>
              <a:gd name="connsiteX15" fmla="*/ 1625520 w 3201892"/>
              <a:gd name="connsiteY15" fmla="*/ 351419 h 2148314"/>
              <a:gd name="connsiteX16" fmla="*/ 1615856 w 3201892"/>
              <a:gd name="connsiteY16" fmla="*/ 388573 h 2148314"/>
              <a:gd name="connsiteX17" fmla="*/ 1477368 w 3201892"/>
              <a:gd name="connsiteY17" fmla="*/ 1765238 h 2148314"/>
              <a:gd name="connsiteX18" fmla="*/ 1477552 w 3201892"/>
              <a:gd name="connsiteY18" fmla="*/ 1754141 h 2148314"/>
              <a:gd name="connsiteX19" fmla="*/ 1479032 w 3201892"/>
              <a:gd name="connsiteY19" fmla="*/ 86560 h 2148314"/>
              <a:gd name="connsiteX20" fmla="*/ 1479032 w 3201892"/>
              <a:gd name="connsiteY20" fmla="*/ 25892 h 2148314"/>
              <a:gd name="connsiteX21" fmla="*/ 1505666 w 3201892"/>
              <a:gd name="connsiteY21" fmla="*/ 738 h 2148314"/>
              <a:gd name="connsiteX22" fmla="*/ 1547097 w 3201892"/>
              <a:gd name="connsiteY22" fmla="*/ 3698 h 2148314"/>
              <a:gd name="connsiteX23" fmla="*/ 1832673 w 3201892"/>
              <a:gd name="connsiteY23" fmla="*/ 42169 h 2148314"/>
              <a:gd name="connsiteX24" fmla="*/ 2276571 w 3201892"/>
              <a:gd name="connsiteY24" fmla="*/ 197534 h 2148314"/>
              <a:gd name="connsiteX25" fmla="*/ 2674600 w 3201892"/>
              <a:gd name="connsiteY25" fmla="*/ 463873 h 2148314"/>
              <a:gd name="connsiteX26" fmla="*/ 2702714 w 3201892"/>
              <a:gd name="connsiteY26" fmla="*/ 490507 h 2148314"/>
              <a:gd name="connsiteX27" fmla="*/ 2720471 w 3201892"/>
              <a:gd name="connsiteY27" fmla="*/ 505304 h 2148314"/>
              <a:gd name="connsiteX28" fmla="*/ 2721951 w 3201892"/>
              <a:gd name="connsiteY28" fmla="*/ 540816 h 2148314"/>
              <a:gd name="connsiteX29" fmla="*/ 2682000 w 3201892"/>
              <a:gd name="connsiteY29" fmla="*/ 579287 h 2148314"/>
              <a:gd name="connsiteX30" fmla="*/ 2440815 w 3201892"/>
              <a:gd name="connsiteY30" fmla="*/ 821954 h 2148314"/>
              <a:gd name="connsiteX31" fmla="*/ 2414181 w 3201892"/>
              <a:gd name="connsiteY31" fmla="*/ 820474 h 2148314"/>
              <a:gd name="connsiteX32" fmla="*/ 2141923 w 3201892"/>
              <a:gd name="connsiteY32" fmla="*/ 743531 h 2148314"/>
              <a:gd name="connsiteX33" fmla="*/ 1983598 w 3201892"/>
              <a:gd name="connsiteY33" fmla="*/ 981756 h 2148314"/>
              <a:gd name="connsiteX34" fmla="*/ 2019109 w 3201892"/>
              <a:gd name="connsiteY34" fmla="*/ 1101610 h 2148314"/>
              <a:gd name="connsiteX35" fmla="*/ 2050183 w 3201892"/>
              <a:gd name="connsiteY35" fmla="*/ 1140081 h 2148314"/>
              <a:gd name="connsiteX36" fmla="*/ 2062020 w 3201892"/>
              <a:gd name="connsiteY36" fmla="*/ 1150438 h 2148314"/>
              <a:gd name="connsiteX37" fmla="*/ 2062020 w 3201892"/>
              <a:gd name="connsiteY37" fmla="*/ 1197787 h 2148314"/>
              <a:gd name="connsiteX38" fmla="*/ 1493829 w 3201892"/>
              <a:gd name="connsiteY38" fmla="*/ 1765978 h 2148314"/>
              <a:gd name="connsiteX39" fmla="*/ 1480512 w 3201892"/>
              <a:gd name="connsiteY39" fmla="*/ 1776335 h 2148314"/>
              <a:gd name="connsiteX40" fmla="*/ 1477368 w 3201892"/>
              <a:gd name="connsiteY40" fmla="*/ 1765238 h 2148314"/>
              <a:gd name="connsiteX41" fmla="*/ 1424283 w 3201892"/>
              <a:gd name="connsiteY41" fmla="*/ 2140333 h 2148314"/>
              <a:gd name="connsiteX42" fmla="*/ 1480511 w 3201892"/>
              <a:gd name="connsiteY42" fmla="*/ 2087065 h 2148314"/>
              <a:gd name="connsiteX43" fmla="*/ 1727613 w 3201892"/>
              <a:gd name="connsiteY43" fmla="*/ 1839961 h 2148314"/>
              <a:gd name="connsiteX44" fmla="*/ 1973238 w 3201892"/>
              <a:gd name="connsiteY44" fmla="*/ 1594336 h 2148314"/>
              <a:gd name="connsiteX45" fmla="*/ 2004311 w 3201892"/>
              <a:gd name="connsiteY45" fmla="*/ 1591379 h 2148314"/>
              <a:gd name="connsiteX46" fmla="*/ 2332796 w 3201892"/>
              <a:gd name="connsiteY46" fmla="*/ 1544028 h 2148314"/>
              <a:gd name="connsiteX47" fmla="*/ 2344633 w 3201892"/>
              <a:gd name="connsiteY47" fmla="*/ 1530711 h 2148314"/>
              <a:gd name="connsiteX48" fmla="*/ 2377187 w 3201892"/>
              <a:gd name="connsiteY48" fmla="*/ 1453768 h 2148314"/>
              <a:gd name="connsiteX49" fmla="*/ 2343153 w 3201892"/>
              <a:gd name="connsiteY49" fmla="*/ 1258452 h 2148314"/>
              <a:gd name="connsiteX50" fmla="*/ 2347593 w 3201892"/>
              <a:gd name="connsiteY50" fmla="*/ 1219981 h 2148314"/>
              <a:gd name="connsiteX51" fmla="*/ 2362390 w 3201892"/>
              <a:gd name="connsiteY51" fmla="*/ 1206664 h 2148314"/>
              <a:gd name="connsiteX52" fmla="*/ 2551786 w 3201892"/>
              <a:gd name="connsiteY52" fmla="*/ 1015788 h 2148314"/>
              <a:gd name="connsiteX53" fmla="*/ 2603575 w 3201892"/>
              <a:gd name="connsiteY53" fmla="*/ 962520 h 2148314"/>
              <a:gd name="connsiteX54" fmla="*/ 2613932 w 3201892"/>
              <a:gd name="connsiteY54" fmla="*/ 943285 h 2148314"/>
              <a:gd name="connsiteX55" fmla="*/ 2667200 w 3201892"/>
              <a:gd name="connsiteY55" fmla="*/ 890017 h 2148314"/>
              <a:gd name="connsiteX56" fmla="*/ 2696794 w 3201892"/>
              <a:gd name="connsiteY56" fmla="*/ 890017 h 2148314"/>
              <a:gd name="connsiteX57" fmla="*/ 2760419 w 3201892"/>
              <a:gd name="connsiteY57" fmla="*/ 961042 h 2148314"/>
              <a:gd name="connsiteX58" fmla="*/ 2766339 w 3201892"/>
              <a:gd name="connsiteY58" fmla="*/ 981756 h 2148314"/>
              <a:gd name="connsiteX59" fmla="*/ 2939458 w 3201892"/>
              <a:gd name="connsiteY59" fmla="*/ 1230341 h 2148314"/>
              <a:gd name="connsiteX60" fmla="*/ 2976450 w 3201892"/>
              <a:gd name="connsiteY60" fmla="*/ 1296924 h 2148314"/>
              <a:gd name="connsiteX61" fmla="*/ 3062272 w 3201892"/>
              <a:gd name="connsiteY61" fmla="*/ 1477443 h 2148314"/>
              <a:gd name="connsiteX62" fmla="*/ 3188043 w 3201892"/>
              <a:gd name="connsiteY62" fmla="*/ 1959814 h 2148314"/>
              <a:gd name="connsiteX63" fmla="*/ 3195440 w 3201892"/>
              <a:gd name="connsiteY63" fmla="*/ 2020480 h 2148314"/>
              <a:gd name="connsiteX64" fmla="*/ 3201360 w 3201892"/>
              <a:gd name="connsiteY64" fmla="*/ 2119617 h 2148314"/>
              <a:gd name="connsiteX65" fmla="*/ 3179163 w 3201892"/>
              <a:gd name="connsiteY65" fmla="*/ 2144773 h 2148314"/>
              <a:gd name="connsiteX66" fmla="*/ 2442292 w 3201892"/>
              <a:gd name="connsiteY66" fmla="*/ 2144773 h 2148314"/>
              <a:gd name="connsiteX67" fmla="*/ 1450917 w 3201892"/>
              <a:gd name="connsiteY67" fmla="*/ 2144773 h 2148314"/>
              <a:gd name="connsiteX68" fmla="*/ 1424283 w 3201892"/>
              <a:gd name="connsiteY68" fmla="*/ 2140333 h 2148314"/>
              <a:gd name="connsiteX69" fmla="*/ 87779 w 3201892"/>
              <a:gd name="connsiteY69" fmla="*/ 1650933 h 2148314"/>
              <a:gd name="connsiteX70" fmla="*/ 120701 w 3201892"/>
              <a:gd name="connsiteY70" fmla="*/ 1724546 h 2148314"/>
              <a:gd name="connsiteX71" fmla="*/ 280505 w 3201892"/>
              <a:gd name="connsiteY71" fmla="*/ 1785212 h 2148314"/>
              <a:gd name="connsiteX72" fmla="*/ 372245 w 3201892"/>
              <a:gd name="connsiteY72" fmla="*/ 1724546 h 2148314"/>
              <a:gd name="connsiteX73" fmla="*/ 404797 w 3201892"/>
              <a:gd name="connsiteY73" fmla="*/ 1612093 h 2148314"/>
              <a:gd name="connsiteX74" fmla="*/ 240554 w 3201892"/>
              <a:gd name="connsiteY74" fmla="*/ 1477442 h 2148314"/>
              <a:gd name="connsiteX75" fmla="*/ 101466 w 3201892"/>
              <a:gd name="connsiteY75" fmla="*/ 1570661 h 2148314"/>
              <a:gd name="connsiteX76" fmla="*/ 87779 w 3201892"/>
              <a:gd name="connsiteY76" fmla="*/ 1650933 h 2148314"/>
              <a:gd name="connsiteX77" fmla="*/ 0 w 3201892"/>
              <a:gd name="connsiteY77" fmla="*/ 832939 h 2148314"/>
              <a:gd name="connsiteX78" fmla="*/ 0 w 3201892"/>
              <a:gd name="connsiteY78" fmla="*/ 803651 h 2148314"/>
              <a:gd name="connsiteX79" fmla="*/ 21564 w 3201892"/>
              <a:gd name="connsiteY79" fmla="*/ 784960 h 2148314"/>
              <a:gd name="connsiteX80" fmla="*/ 151775 w 3201892"/>
              <a:gd name="connsiteY80" fmla="*/ 675466 h 2148314"/>
              <a:gd name="connsiteX81" fmla="*/ 620827 w 3201892"/>
              <a:gd name="connsiteY81" fmla="*/ 416525 h 2148314"/>
              <a:gd name="connsiteX82" fmla="*/ 1094321 w 3201892"/>
              <a:gd name="connsiteY82" fmla="*/ 304069 h 2148314"/>
              <a:gd name="connsiteX83" fmla="*/ 1193458 w 3201892"/>
              <a:gd name="connsiteY83" fmla="*/ 296671 h 2148314"/>
              <a:gd name="connsiteX84" fmla="*/ 1196418 w 3201892"/>
              <a:gd name="connsiteY84" fmla="*/ 295191 h 2148314"/>
              <a:gd name="connsiteX85" fmla="*/ 1199376 w 3201892"/>
              <a:gd name="connsiteY85" fmla="*/ 295191 h 2148314"/>
              <a:gd name="connsiteX86" fmla="*/ 1248206 w 3201892"/>
              <a:gd name="connsiteY86" fmla="*/ 336622 h 2148314"/>
              <a:gd name="connsiteX87" fmla="*/ 1248206 w 3201892"/>
              <a:gd name="connsiteY87" fmla="*/ 2076706 h 2148314"/>
              <a:gd name="connsiteX88" fmla="*/ 1248206 w 3201892"/>
              <a:gd name="connsiteY88" fmla="*/ 2081145 h 2148314"/>
              <a:gd name="connsiteX89" fmla="*/ 1234889 w 3201892"/>
              <a:gd name="connsiteY89" fmla="*/ 2069308 h 2148314"/>
              <a:gd name="connsiteX90" fmla="*/ 1215653 w 3201892"/>
              <a:gd name="connsiteY90" fmla="*/ 2048594 h 2148314"/>
              <a:gd name="connsiteX91" fmla="*/ 521690 w 3201892"/>
              <a:gd name="connsiteY91" fmla="*/ 1354632 h 2148314"/>
              <a:gd name="connsiteX92" fmla="*/ 509853 w 3201892"/>
              <a:gd name="connsiteY92" fmla="*/ 1341315 h 2148314"/>
              <a:gd name="connsiteX93" fmla="*/ 549804 w 3201892"/>
              <a:gd name="connsiteY93" fmla="*/ 1333915 h 2148314"/>
              <a:gd name="connsiteX94" fmla="*/ 563121 w 3201892"/>
              <a:gd name="connsiteY94" fmla="*/ 1333915 h 2148314"/>
              <a:gd name="connsiteX95" fmla="*/ 579398 w 3201892"/>
              <a:gd name="connsiteY95" fmla="*/ 1319118 h 2148314"/>
              <a:gd name="connsiteX96" fmla="*/ 672616 w 3201892"/>
              <a:gd name="connsiteY96" fmla="*/ 1267330 h 2148314"/>
              <a:gd name="connsiteX97" fmla="*/ 718486 w 3201892"/>
              <a:gd name="connsiteY97" fmla="*/ 1215541 h 2148314"/>
              <a:gd name="connsiteX98" fmla="*/ 730323 w 3201892"/>
              <a:gd name="connsiteY98" fmla="*/ 1211104 h 2148314"/>
              <a:gd name="connsiteX99" fmla="*/ 758437 w 3201892"/>
              <a:gd name="connsiteY99" fmla="*/ 1129722 h 2148314"/>
              <a:gd name="connsiteX100" fmla="*/ 758437 w 3201892"/>
              <a:gd name="connsiteY100" fmla="*/ 1058699 h 2148314"/>
              <a:gd name="connsiteX101" fmla="*/ 711087 w 3201892"/>
              <a:gd name="connsiteY101" fmla="*/ 947723 h 2148314"/>
              <a:gd name="connsiteX102" fmla="*/ 563121 w 3201892"/>
              <a:gd name="connsiteY102" fmla="*/ 858943 h 2148314"/>
              <a:gd name="connsiteX103" fmla="*/ 554244 w 3201892"/>
              <a:gd name="connsiteY103" fmla="*/ 855983 h 2148314"/>
              <a:gd name="connsiteX104" fmla="*/ 483219 w 3201892"/>
              <a:gd name="connsiteY104" fmla="*/ 855983 h 2148314"/>
              <a:gd name="connsiteX105" fmla="*/ 394440 w 3201892"/>
              <a:gd name="connsiteY105" fmla="*/ 887057 h 2148314"/>
              <a:gd name="connsiteX106" fmla="*/ 277546 w 3201892"/>
              <a:gd name="connsiteY106" fmla="*/ 1089771 h 2148314"/>
              <a:gd name="connsiteX107" fmla="*/ 277546 w 3201892"/>
              <a:gd name="connsiteY107" fmla="*/ 1098650 h 2148314"/>
              <a:gd name="connsiteX108" fmla="*/ 273106 w 3201892"/>
              <a:gd name="connsiteY108" fmla="*/ 1106047 h 2148314"/>
              <a:gd name="connsiteX109" fmla="*/ 0 w 3201892"/>
              <a:gd name="connsiteY109" fmla="*/ 2144087 h 2148314"/>
              <a:gd name="connsiteX110" fmla="*/ 0 w 3201892"/>
              <a:gd name="connsiteY110" fmla="*/ 958944 h 2148314"/>
              <a:gd name="connsiteX111" fmla="*/ 2327 w 3201892"/>
              <a:gd name="connsiteY111" fmla="*/ 961039 h 2148314"/>
              <a:gd name="connsiteX112" fmla="*/ 1104679 w 3201892"/>
              <a:gd name="connsiteY112" fmla="*/ 2057470 h 2148314"/>
              <a:gd name="connsiteX113" fmla="*/ 1117996 w 3201892"/>
              <a:gd name="connsiteY113" fmla="*/ 2072267 h 2148314"/>
              <a:gd name="connsiteX114" fmla="*/ 1120953 w 3201892"/>
              <a:gd name="connsiteY114" fmla="*/ 2088544 h 2148314"/>
              <a:gd name="connsiteX115" fmla="*/ 1163864 w 3201892"/>
              <a:gd name="connsiteY115" fmla="*/ 2128493 h 2148314"/>
              <a:gd name="connsiteX116" fmla="*/ 1175701 w 3201892"/>
              <a:gd name="connsiteY116" fmla="*/ 2143290 h 2148314"/>
              <a:gd name="connsiteX117" fmla="*/ 1147587 w 3201892"/>
              <a:gd name="connsiteY117" fmla="*/ 2147730 h 2148314"/>
              <a:gd name="connsiteX118" fmla="*/ 110344 w 3201892"/>
              <a:gd name="connsiteY118" fmla="*/ 2147730 h 2148314"/>
              <a:gd name="connsiteX119" fmla="*/ 12687 w 3201892"/>
              <a:gd name="connsiteY119" fmla="*/ 2147730 h 214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3201892" h="2148314">
                <a:moveTo>
                  <a:pt x="2501155" y="1847914"/>
                </a:moveTo>
                <a:cubicBezTo>
                  <a:pt x="2503421" y="1874271"/>
                  <a:pt x="2513686" y="1900998"/>
                  <a:pt x="2534032" y="1925783"/>
                </a:cubicBezTo>
                <a:cubicBezTo>
                  <a:pt x="2536989" y="1928740"/>
                  <a:pt x="2539949" y="1933180"/>
                  <a:pt x="2542909" y="1936140"/>
                </a:cubicBezTo>
                <a:cubicBezTo>
                  <a:pt x="2579900" y="1979049"/>
                  <a:pt x="2625771" y="1996805"/>
                  <a:pt x="2680517" y="1990888"/>
                </a:cubicBezTo>
                <a:cubicBezTo>
                  <a:pt x="2726388" y="1984968"/>
                  <a:pt x="2760419" y="1961294"/>
                  <a:pt x="2788533" y="1925783"/>
                </a:cubicBezTo>
                <a:cubicBezTo>
                  <a:pt x="2810728" y="1894709"/>
                  <a:pt x="2825525" y="1860677"/>
                  <a:pt x="2819605" y="1819246"/>
                </a:cubicBezTo>
                <a:cubicBezTo>
                  <a:pt x="2806288" y="1733424"/>
                  <a:pt x="2727868" y="1672759"/>
                  <a:pt x="2640566" y="1683116"/>
                </a:cubicBezTo>
                <a:cubicBezTo>
                  <a:pt x="2559555" y="1693104"/>
                  <a:pt x="2494357" y="1768844"/>
                  <a:pt x="2501155" y="1847914"/>
                </a:cubicBezTo>
                <a:close/>
                <a:moveTo>
                  <a:pt x="1615856" y="388573"/>
                </a:moveTo>
                <a:cubicBezTo>
                  <a:pt x="1614238" y="400757"/>
                  <a:pt x="1614238" y="412733"/>
                  <a:pt x="1615902" y="424478"/>
                </a:cubicBezTo>
                <a:cubicBezTo>
                  <a:pt x="1619231" y="447968"/>
                  <a:pt x="1629218" y="470533"/>
                  <a:pt x="1646234" y="491987"/>
                </a:cubicBezTo>
                <a:cubicBezTo>
                  <a:pt x="1663991" y="515662"/>
                  <a:pt x="1683228" y="534898"/>
                  <a:pt x="1709860" y="546735"/>
                </a:cubicBezTo>
                <a:cubicBezTo>
                  <a:pt x="1766088" y="573369"/>
                  <a:pt x="1850430" y="567450"/>
                  <a:pt x="1903696" y="491987"/>
                </a:cubicBezTo>
                <a:cubicBezTo>
                  <a:pt x="1922932" y="466833"/>
                  <a:pt x="1934769" y="440199"/>
                  <a:pt x="1934769" y="407647"/>
                </a:cubicBezTo>
                <a:cubicBezTo>
                  <a:pt x="1933290" y="361777"/>
                  <a:pt x="1915533" y="324785"/>
                  <a:pt x="1881501" y="292234"/>
                </a:cubicBezTo>
                <a:cubicBezTo>
                  <a:pt x="1803079" y="216771"/>
                  <a:pt x="1663991" y="249323"/>
                  <a:pt x="1625520" y="351419"/>
                </a:cubicBezTo>
                <a:cubicBezTo>
                  <a:pt x="1620711" y="363997"/>
                  <a:pt x="1617474" y="376389"/>
                  <a:pt x="1615856" y="388573"/>
                </a:cubicBezTo>
                <a:close/>
                <a:moveTo>
                  <a:pt x="1477368" y="1765238"/>
                </a:moveTo>
                <a:cubicBezTo>
                  <a:pt x="1477183" y="1761539"/>
                  <a:pt x="1477552" y="1757839"/>
                  <a:pt x="1477552" y="1754141"/>
                </a:cubicBezTo>
                <a:cubicBezTo>
                  <a:pt x="1477552" y="1197787"/>
                  <a:pt x="1477552" y="641435"/>
                  <a:pt x="1479032" y="86560"/>
                </a:cubicBezTo>
                <a:cubicBezTo>
                  <a:pt x="1479032" y="65844"/>
                  <a:pt x="1479032" y="46609"/>
                  <a:pt x="1479032" y="25892"/>
                </a:cubicBezTo>
                <a:cubicBezTo>
                  <a:pt x="1480512" y="738"/>
                  <a:pt x="1480512" y="738"/>
                  <a:pt x="1505666" y="738"/>
                </a:cubicBezTo>
                <a:cubicBezTo>
                  <a:pt x="1518983" y="738"/>
                  <a:pt x="1533780" y="-2219"/>
                  <a:pt x="1547097" y="3698"/>
                </a:cubicBezTo>
                <a:cubicBezTo>
                  <a:pt x="1643276" y="6658"/>
                  <a:pt x="1737974" y="21455"/>
                  <a:pt x="1832673" y="42169"/>
                </a:cubicBezTo>
                <a:cubicBezTo>
                  <a:pt x="1986558" y="74723"/>
                  <a:pt x="2134523" y="126512"/>
                  <a:pt x="2276571" y="197534"/>
                </a:cubicBezTo>
                <a:cubicBezTo>
                  <a:pt x="2420099" y="270037"/>
                  <a:pt x="2553269" y="358819"/>
                  <a:pt x="2674600" y="463873"/>
                </a:cubicBezTo>
                <a:cubicBezTo>
                  <a:pt x="2684960" y="472753"/>
                  <a:pt x="2695317" y="478670"/>
                  <a:pt x="2702714" y="490507"/>
                </a:cubicBezTo>
                <a:cubicBezTo>
                  <a:pt x="2708634" y="494947"/>
                  <a:pt x="2714551" y="500867"/>
                  <a:pt x="2720471" y="505304"/>
                </a:cubicBezTo>
                <a:cubicBezTo>
                  <a:pt x="2742665" y="524541"/>
                  <a:pt x="2741185" y="521581"/>
                  <a:pt x="2721951" y="540816"/>
                </a:cubicBezTo>
                <a:cubicBezTo>
                  <a:pt x="2716031" y="563012"/>
                  <a:pt x="2704194" y="574850"/>
                  <a:pt x="2682000" y="579287"/>
                </a:cubicBezTo>
                <a:cubicBezTo>
                  <a:pt x="2602097" y="660669"/>
                  <a:pt x="2520715" y="740572"/>
                  <a:pt x="2440815" y="821954"/>
                </a:cubicBezTo>
                <a:cubicBezTo>
                  <a:pt x="2430456" y="832311"/>
                  <a:pt x="2424538" y="833791"/>
                  <a:pt x="2414181" y="820474"/>
                </a:cubicBezTo>
                <a:cubicBezTo>
                  <a:pt x="2347596" y="737612"/>
                  <a:pt x="2239580" y="706540"/>
                  <a:pt x="2141923" y="743531"/>
                </a:cubicBezTo>
                <a:cubicBezTo>
                  <a:pt x="2042786" y="780523"/>
                  <a:pt x="1980638" y="875220"/>
                  <a:pt x="1983598" y="981756"/>
                </a:cubicBezTo>
                <a:cubicBezTo>
                  <a:pt x="1985078" y="1024667"/>
                  <a:pt x="1999875" y="1064619"/>
                  <a:pt x="2019109" y="1101610"/>
                </a:cubicBezTo>
                <a:cubicBezTo>
                  <a:pt x="2029469" y="1113447"/>
                  <a:pt x="2039826" y="1126764"/>
                  <a:pt x="2050183" y="1140081"/>
                </a:cubicBezTo>
                <a:cubicBezTo>
                  <a:pt x="2054623" y="1143041"/>
                  <a:pt x="2057581" y="1147478"/>
                  <a:pt x="2062020" y="1150438"/>
                </a:cubicBezTo>
                <a:cubicBezTo>
                  <a:pt x="2087175" y="1172633"/>
                  <a:pt x="2087175" y="1172633"/>
                  <a:pt x="2062020" y="1197787"/>
                </a:cubicBezTo>
                <a:cubicBezTo>
                  <a:pt x="1872624" y="1387185"/>
                  <a:pt x="1683228" y="1576582"/>
                  <a:pt x="1493829" y="1765978"/>
                </a:cubicBezTo>
                <a:cubicBezTo>
                  <a:pt x="1489392" y="1770418"/>
                  <a:pt x="1487912" y="1774856"/>
                  <a:pt x="1480512" y="1776335"/>
                </a:cubicBezTo>
                <a:cubicBezTo>
                  <a:pt x="1478294" y="1772636"/>
                  <a:pt x="1477554" y="1768937"/>
                  <a:pt x="1477368" y="1765238"/>
                </a:cubicBezTo>
                <a:close/>
                <a:moveTo>
                  <a:pt x="1424283" y="2140333"/>
                </a:moveTo>
                <a:cubicBezTo>
                  <a:pt x="1443520" y="2122576"/>
                  <a:pt x="1461274" y="2104822"/>
                  <a:pt x="1480511" y="2087065"/>
                </a:cubicBezTo>
                <a:cubicBezTo>
                  <a:pt x="1563371" y="2005683"/>
                  <a:pt x="1644753" y="1922823"/>
                  <a:pt x="1727613" y="1839961"/>
                </a:cubicBezTo>
                <a:cubicBezTo>
                  <a:pt x="1808995" y="1758581"/>
                  <a:pt x="1891858" y="1677198"/>
                  <a:pt x="1973238" y="1594336"/>
                </a:cubicBezTo>
                <a:cubicBezTo>
                  <a:pt x="1983597" y="1583979"/>
                  <a:pt x="1990994" y="1582499"/>
                  <a:pt x="2004311" y="1591379"/>
                </a:cubicBezTo>
                <a:cubicBezTo>
                  <a:pt x="2109368" y="1665361"/>
                  <a:pt x="2251416" y="1644645"/>
                  <a:pt x="2332796" y="1544028"/>
                </a:cubicBezTo>
                <a:cubicBezTo>
                  <a:pt x="2337236" y="1539590"/>
                  <a:pt x="2340195" y="1535151"/>
                  <a:pt x="2344633" y="1530711"/>
                </a:cubicBezTo>
                <a:cubicBezTo>
                  <a:pt x="2356470" y="1505557"/>
                  <a:pt x="2371267" y="1481882"/>
                  <a:pt x="2377187" y="1453768"/>
                </a:cubicBezTo>
                <a:cubicBezTo>
                  <a:pt x="2393464" y="1384225"/>
                  <a:pt x="2384584" y="1317640"/>
                  <a:pt x="2343153" y="1258452"/>
                </a:cubicBezTo>
                <a:cubicBezTo>
                  <a:pt x="2331316" y="1242178"/>
                  <a:pt x="2331316" y="1231820"/>
                  <a:pt x="2347593" y="1219981"/>
                </a:cubicBezTo>
                <a:cubicBezTo>
                  <a:pt x="2353513" y="1215544"/>
                  <a:pt x="2357950" y="1211104"/>
                  <a:pt x="2362390" y="1206664"/>
                </a:cubicBezTo>
                <a:cubicBezTo>
                  <a:pt x="2424535" y="1143039"/>
                  <a:pt x="2488161" y="1079413"/>
                  <a:pt x="2551786" y="1015788"/>
                </a:cubicBezTo>
                <a:cubicBezTo>
                  <a:pt x="2569543" y="998033"/>
                  <a:pt x="2585820" y="980277"/>
                  <a:pt x="2603575" y="962520"/>
                </a:cubicBezTo>
                <a:cubicBezTo>
                  <a:pt x="2606534" y="956602"/>
                  <a:pt x="2608014" y="949205"/>
                  <a:pt x="2613932" y="943285"/>
                </a:cubicBezTo>
                <a:cubicBezTo>
                  <a:pt x="2631689" y="925528"/>
                  <a:pt x="2649445" y="907774"/>
                  <a:pt x="2667200" y="890017"/>
                </a:cubicBezTo>
                <a:cubicBezTo>
                  <a:pt x="2677559" y="879660"/>
                  <a:pt x="2687917" y="879660"/>
                  <a:pt x="2696794" y="890017"/>
                </a:cubicBezTo>
                <a:cubicBezTo>
                  <a:pt x="2718988" y="913691"/>
                  <a:pt x="2739705" y="935888"/>
                  <a:pt x="2760419" y="961042"/>
                </a:cubicBezTo>
                <a:cubicBezTo>
                  <a:pt x="2764859" y="966959"/>
                  <a:pt x="2764859" y="974359"/>
                  <a:pt x="2766339" y="981756"/>
                </a:cubicBezTo>
                <a:cubicBezTo>
                  <a:pt x="2829964" y="1060179"/>
                  <a:pt x="2889150" y="1143039"/>
                  <a:pt x="2939458" y="1230341"/>
                </a:cubicBezTo>
                <a:cubicBezTo>
                  <a:pt x="2952775" y="1252535"/>
                  <a:pt x="2964613" y="1274729"/>
                  <a:pt x="2976450" y="1296924"/>
                </a:cubicBezTo>
                <a:cubicBezTo>
                  <a:pt x="3009004" y="1354632"/>
                  <a:pt x="3037118" y="1415297"/>
                  <a:pt x="3062272" y="1477443"/>
                </a:cubicBezTo>
                <a:cubicBezTo>
                  <a:pt x="3125897" y="1632807"/>
                  <a:pt x="3167326" y="1794092"/>
                  <a:pt x="3188043" y="1959814"/>
                </a:cubicBezTo>
                <a:cubicBezTo>
                  <a:pt x="3191002" y="1979049"/>
                  <a:pt x="3191002" y="1999765"/>
                  <a:pt x="3195440" y="2020480"/>
                </a:cubicBezTo>
                <a:cubicBezTo>
                  <a:pt x="3195440" y="2054511"/>
                  <a:pt x="3199880" y="2087065"/>
                  <a:pt x="3201360" y="2119617"/>
                </a:cubicBezTo>
                <a:cubicBezTo>
                  <a:pt x="3202840" y="2143293"/>
                  <a:pt x="3202840" y="2144773"/>
                  <a:pt x="3179163" y="2144773"/>
                </a:cubicBezTo>
                <a:cubicBezTo>
                  <a:pt x="2933541" y="2144773"/>
                  <a:pt x="2687917" y="2144773"/>
                  <a:pt x="2442292" y="2144773"/>
                </a:cubicBezTo>
                <a:cubicBezTo>
                  <a:pt x="2112326" y="2144773"/>
                  <a:pt x="1780881" y="2144773"/>
                  <a:pt x="1450917" y="2144773"/>
                </a:cubicBezTo>
                <a:cubicBezTo>
                  <a:pt x="1442040" y="2144773"/>
                  <a:pt x="1431680" y="2147731"/>
                  <a:pt x="1424283" y="2140333"/>
                </a:cubicBezTo>
                <a:close/>
                <a:moveTo>
                  <a:pt x="87779" y="1650933"/>
                </a:moveTo>
                <a:cubicBezTo>
                  <a:pt x="91108" y="1676827"/>
                  <a:pt x="102205" y="1701611"/>
                  <a:pt x="120701" y="1724546"/>
                </a:cubicBezTo>
                <a:cubicBezTo>
                  <a:pt x="162132" y="1776335"/>
                  <a:pt x="215400" y="1798529"/>
                  <a:pt x="280505" y="1785212"/>
                </a:cubicBezTo>
                <a:cubicBezTo>
                  <a:pt x="318977" y="1776335"/>
                  <a:pt x="348571" y="1754140"/>
                  <a:pt x="372245" y="1724546"/>
                </a:cubicBezTo>
                <a:cubicBezTo>
                  <a:pt x="398879" y="1691993"/>
                  <a:pt x="410716" y="1655001"/>
                  <a:pt x="404797" y="1612093"/>
                </a:cubicBezTo>
                <a:cubicBezTo>
                  <a:pt x="392959" y="1535150"/>
                  <a:pt x="320457" y="1473002"/>
                  <a:pt x="240554" y="1477442"/>
                </a:cubicBezTo>
                <a:cubicBezTo>
                  <a:pt x="175449" y="1481882"/>
                  <a:pt x="128100" y="1512954"/>
                  <a:pt x="101466" y="1570661"/>
                </a:cubicBezTo>
                <a:cubicBezTo>
                  <a:pt x="88889" y="1598036"/>
                  <a:pt x="84450" y="1625039"/>
                  <a:pt x="87779" y="1650933"/>
                </a:cubicBezTo>
                <a:close/>
                <a:moveTo>
                  <a:pt x="0" y="832939"/>
                </a:moveTo>
                <a:lnTo>
                  <a:pt x="0" y="803651"/>
                </a:lnTo>
                <a:lnTo>
                  <a:pt x="21564" y="784960"/>
                </a:lnTo>
                <a:cubicBezTo>
                  <a:pt x="61515" y="745009"/>
                  <a:pt x="105904" y="709498"/>
                  <a:pt x="151775" y="675466"/>
                </a:cubicBezTo>
                <a:cubicBezTo>
                  <a:pt x="295303" y="565970"/>
                  <a:pt x="452147" y="480150"/>
                  <a:pt x="620827" y="416525"/>
                </a:cubicBezTo>
                <a:cubicBezTo>
                  <a:pt x="774712" y="358817"/>
                  <a:pt x="931557" y="321825"/>
                  <a:pt x="1094321" y="304069"/>
                </a:cubicBezTo>
                <a:cubicBezTo>
                  <a:pt x="1126873" y="299631"/>
                  <a:pt x="1160904" y="295191"/>
                  <a:pt x="1193458" y="296671"/>
                </a:cubicBezTo>
                <a:cubicBezTo>
                  <a:pt x="1194938" y="296671"/>
                  <a:pt x="1194938" y="295191"/>
                  <a:pt x="1196418" y="295191"/>
                </a:cubicBezTo>
                <a:cubicBezTo>
                  <a:pt x="1197898" y="295191"/>
                  <a:pt x="1197898" y="295191"/>
                  <a:pt x="1199376" y="295191"/>
                </a:cubicBezTo>
                <a:cubicBezTo>
                  <a:pt x="1240807" y="284834"/>
                  <a:pt x="1248206" y="292231"/>
                  <a:pt x="1248206" y="336622"/>
                </a:cubicBezTo>
                <a:cubicBezTo>
                  <a:pt x="1248206" y="916651"/>
                  <a:pt x="1248206" y="1496679"/>
                  <a:pt x="1248206" y="2076706"/>
                </a:cubicBezTo>
                <a:cubicBezTo>
                  <a:pt x="1249686" y="2078186"/>
                  <a:pt x="1249686" y="2079666"/>
                  <a:pt x="1248206" y="2081145"/>
                </a:cubicBezTo>
                <a:cubicBezTo>
                  <a:pt x="1237847" y="2082625"/>
                  <a:pt x="1234889" y="2078186"/>
                  <a:pt x="1234889" y="2069308"/>
                </a:cubicBezTo>
                <a:cubicBezTo>
                  <a:pt x="1228970" y="2061911"/>
                  <a:pt x="1223052" y="2055991"/>
                  <a:pt x="1215653" y="2048594"/>
                </a:cubicBezTo>
                <a:cubicBezTo>
                  <a:pt x="984825" y="1817766"/>
                  <a:pt x="752518" y="1585459"/>
                  <a:pt x="521690" y="1354632"/>
                </a:cubicBezTo>
                <a:cubicBezTo>
                  <a:pt x="517251" y="1350192"/>
                  <a:pt x="514293" y="1345752"/>
                  <a:pt x="509853" y="1341315"/>
                </a:cubicBezTo>
                <a:cubicBezTo>
                  <a:pt x="521690" y="1332435"/>
                  <a:pt x="537967" y="1339835"/>
                  <a:pt x="549804" y="1333915"/>
                </a:cubicBezTo>
                <a:cubicBezTo>
                  <a:pt x="554244" y="1333915"/>
                  <a:pt x="558682" y="1333915"/>
                  <a:pt x="563121" y="1333915"/>
                </a:cubicBezTo>
                <a:cubicBezTo>
                  <a:pt x="563121" y="1323558"/>
                  <a:pt x="571999" y="1322078"/>
                  <a:pt x="579398" y="1319118"/>
                </a:cubicBezTo>
                <a:cubicBezTo>
                  <a:pt x="613430" y="1307281"/>
                  <a:pt x="644504" y="1291006"/>
                  <a:pt x="672616" y="1267330"/>
                </a:cubicBezTo>
                <a:cubicBezTo>
                  <a:pt x="690372" y="1252535"/>
                  <a:pt x="702209" y="1231818"/>
                  <a:pt x="718486" y="1215541"/>
                </a:cubicBezTo>
                <a:cubicBezTo>
                  <a:pt x="722924" y="1215541"/>
                  <a:pt x="727364" y="1212584"/>
                  <a:pt x="730323" y="1211104"/>
                </a:cubicBezTo>
                <a:cubicBezTo>
                  <a:pt x="742161" y="1185950"/>
                  <a:pt x="752518" y="1157836"/>
                  <a:pt x="758437" y="1129722"/>
                </a:cubicBezTo>
                <a:cubicBezTo>
                  <a:pt x="761395" y="1106047"/>
                  <a:pt x="761395" y="1082373"/>
                  <a:pt x="758437" y="1058699"/>
                </a:cubicBezTo>
                <a:cubicBezTo>
                  <a:pt x="749558" y="1018748"/>
                  <a:pt x="736241" y="980276"/>
                  <a:pt x="711087" y="947723"/>
                </a:cubicBezTo>
                <a:cubicBezTo>
                  <a:pt x="672616" y="900374"/>
                  <a:pt x="623787" y="869300"/>
                  <a:pt x="563121" y="858943"/>
                </a:cubicBezTo>
                <a:cubicBezTo>
                  <a:pt x="560162" y="858943"/>
                  <a:pt x="557202" y="857463"/>
                  <a:pt x="554244" y="855983"/>
                </a:cubicBezTo>
                <a:cubicBezTo>
                  <a:pt x="530568" y="853025"/>
                  <a:pt x="506893" y="853025"/>
                  <a:pt x="483219" y="855983"/>
                </a:cubicBezTo>
                <a:cubicBezTo>
                  <a:pt x="452147" y="861903"/>
                  <a:pt x="422554" y="869300"/>
                  <a:pt x="394440" y="887057"/>
                </a:cubicBezTo>
                <a:cubicBezTo>
                  <a:pt x="318977" y="934406"/>
                  <a:pt x="280506" y="1002471"/>
                  <a:pt x="277546" y="1089771"/>
                </a:cubicBezTo>
                <a:cubicBezTo>
                  <a:pt x="277546" y="1092730"/>
                  <a:pt x="277546" y="1095690"/>
                  <a:pt x="277546" y="1098650"/>
                </a:cubicBezTo>
                <a:cubicBezTo>
                  <a:pt x="276066" y="1098650"/>
                  <a:pt x="276066" y="1100128"/>
                  <a:pt x="273106" y="1106047"/>
                </a:cubicBezTo>
                <a:close/>
                <a:moveTo>
                  <a:pt x="0" y="2144087"/>
                </a:moveTo>
                <a:lnTo>
                  <a:pt x="0" y="958944"/>
                </a:lnTo>
                <a:lnTo>
                  <a:pt x="2327" y="961039"/>
                </a:lnTo>
                <a:cubicBezTo>
                  <a:pt x="369285" y="1326517"/>
                  <a:pt x="734761" y="1693473"/>
                  <a:pt x="1104679" y="2057470"/>
                </a:cubicBezTo>
                <a:cubicBezTo>
                  <a:pt x="1109116" y="2063390"/>
                  <a:pt x="1113556" y="2067828"/>
                  <a:pt x="1117996" y="2072267"/>
                </a:cubicBezTo>
                <a:cubicBezTo>
                  <a:pt x="1122433" y="2076705"/>
                  <a:pt x="1123913" y="2082625"/>
                  <a:pt x="1120953" y="2088544"/>
                </a:cubicBezTo>
                <a:cubicBezTo>
                  <a:pt x="1135750" y="2101861"/>
                  <a:pt x="1147587" y="2118136"/>
                  <a:pt x="1163864" y="2128493"/>
                </a:cubicBezTo>
                <a:cubicBezTo>
                  <a:pt x="1174222" y="2128493"/>
                  <a:pt x="1178661" y="2132933"/>
                  <a:pt x="1175701" y="2143290"/>
                </a:cubicBezTo>
                <a:cubicBezTo>
                  <a:pt x="1168304" y="2150690"/>
                  <a:pt x="1157947" y="2147730"/>
                  <a:pt x="1147587" y="2147730"/>
                </a:cubicBezTo>
                <a:cubicBezTo>
                  <a:pt x="801346" y="2147730"/>
                  <a:pt x="456585" y="2147730"/>
                  <a:pt x="110344" y="2147730"/>
                </a:cubicBezTo>
                <a:cubicBezTo>
                  <a:pt x="77792" y="2147730"/>
                  <a:pt x="45238" y="2147730"/>
                  <a:pt x="12687" y="2147730"/>
                </a:cubicBezTo>
                <a:close/>
              </a:path>
            </a:pathLst>
          </a:custGeom>
          <a:solidFill>
            <a:schemeClr val="bg1">
              <a:alpha val="40000"/>
            </a:schemeClr>
          </a:solidFill>
          <a:ln w="7015" cap="flat">
            <a:noFill/>
            <a:prstDash val="solid"/>
            <a:miter/>
          </a:ln>
        </p:spPr>
        <p:txBody>
          <a:bodyPr rtlCol="0" anchor="ctr"/>
          <a:lstStyle/>
          <a:p>
            <a:endParaRPr lang="en-US"/>
          </a:p>
        </p:txBody>
      </p:sp>
      <p:sp>
        <p:nvSpPr>
          <p:cNvPr id="10" name="Picture Placeholder 2">
            <a:extLst>
              <a:ext uri="{FF2B5EF4-FFF2-40B4-BE49-F238E27FC236}">
                <a16:creationId xmlns:a16="http://schemas.microsoft.com/office/drawing/2014/main" id="{A66EA60D-62EA-4EE0-8652-5E35AC4C0DBF}"/>
              </a:ext>
            </a:extLst>
          </p:cNvPr>
          <p:cNvSpPr>
            <a:spLocks noGrp="1"/>
          </p:cNvSpPr>
          <p:nvPr>
            <p:ph type="pic" idx="13" hasCustomPrompt="1"/>
          </p:nvPr>
        </p:nvSpPr>
        <p:spPr>
          <a:xfrm>
            <a:off x="1073211" y="1934789"/>
            <a:ext cx="1980000" cy="1980000"/>
          </a:xfrm>
          <a:prstGeom prst="ellipse">
            <a:avLst/>
          </a:prstGeom>
          <a:solidFill>
            <a:schemeClr val="bg1">
              <a:lumMod val="95000"/>
            </a:schemeClr>
          </a:solidFill>
          <a:ln w="95250">
            <a:no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1" name="Picture Placeholder 2">
            <a:extLst>
              <a:ext uri="{FF2B5EF4-FFF2-40B4-BE49-F238E27FC236}">
                <a16:creationId xmlns:a16="http://schemas.microsoft.com/office/drawing/2014/main" id="{6C7BA1A4-7F4C-4B04-8DFB-D4E956FBD96F}"/>
              </a:ext>
            </a:extLst>
          </p:cNvPr>
          <p:cNvSpPr>
            <a:spLocks noGrp="1"/>
          </p:cNvSpPr>
          <p:nvPr>
            <p:ph type="pic" idx="14" hasCustomPrompt="1"/>
          </p:nvPr>
        </p:nvSpPr>
        <p:spPr>
          <a:xfrm>
            <a:off x="3762255" y="1934789"/>
            <a:ext cx="1980000" cy="1980000"/>
          </a:xfrm>
          <a:prstGeom prst="ellipse">
            <a:avLst/>
          </a:prstGeom>
          <a:solidFill>
            <a:schemeClr val="bg1">
              <a:lumMod val="95000"/>
            </a:schemeClr>
          </a:solidFill>
          <a:ln w="95250">
            <a:no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2" name="Picture Placeholder 2">
            <a:extLst>
              <a:ext uri="{FF2B5EF4-FFF2-40B4-BE49-F238E27FC236}">
                <a16:creationId xmlns:a16="http://schemas.microsoft.com/office/drawing/2014/main" id="{A9E02C63-CB1D-46CF-8743-5F1953C83E63}"/>
              </a:ext>
            </a:extLst>
          </p:cNvPr>
          <p:cNvSpPr>
            <a:spLocks noGrp="1"/>
          </p:cNvSpPr>
          <p:nvPr>
            <p:ph type="pic" idx="15" hasCustomPrompt="1"/>
          </p:nvPr>
        </p:nvSpPr>
        <p:spPr>
          <a:xfrm>
            <a:off x="6451299" y="1934789"/>
            <a:ext cx="1980000" cy="1980000"/>
          </a:xfrm>
          <a:prstGeom prst="ellipse">
            <a:avLst/>
          </a:prstGeom>
          <a:solidFill>
            <a:schemeClr val="bg1">
              <a:lumMod val="95000"/>
            </a:schemeClr>
          </a:solidFill>
          <a:ln w="95250">
            <a:no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3" name="Picture Placeholder 2">
            <a:extLst>
              <a:ext uri="{FF2B5EF4-FFF2-40B4-BE49-F238E27FC236}">
                <a16:creationId xmlns:a16="http://schemas.microsoft.com/office/drawing/2014/main" id="{2C08D7C1-CC64-4FD2-A175-F53215BC6D13}"/>
              </a:ext>
            </a:extLst>
          </p:cNvPr>
          <p:cNvSpPr>
            <a:spLocks noGrp="1"/>
          </p:cNvSpPr>
          <p:nvPr>
            <p:ph type="pic" idx="16" hasCustomPrompt="1"/>
          </p:nvPr>
        </p:nvSpPr>
        <p:spPr>
          <a:xfrm>
            <a:off x="9140343" y="1934789"/>
            <a:ext cx="1980000" cy="1980000"/>
          </a:xfrm>
          <a:prstGeom prst="ellipse">
            <a:avLst/>
          </a:prstGeom>
          <a:solidFill>
            <a:schemeClr val="bg1">
              <a:lumMod val="95000"/>
            </a:schemeClr>
          </a:solidFill>
          <a:ln w="95250">
            <a:no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4141035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504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9612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5491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153022F2-D855-4119-8159-5E792860E344}"/>
              </a:ext>
            </a:extLst>
          </p:cNvPr>
          <p:cNvSpPr>
            <a:spLocks noGrp="1"/>
          </p:cNvSpPr>
          <p:nvPr>
            <p:ph type="pic" sz="quarter" idx="15" hasCustomPrompt="1"/>
          </p:nvPr>
        </p:nvSpPr>
        <p:spPr>
          <a:xfrm>
            <a:off x="0" y="0"/>
            <a:ext cx="6937746" cy="6858000"/>
          </a:xfrm>
          <a:custGeom>
            <a:avLst/>
            <a:gdLst>
              <a:gd name="connsiteX0" fmla="*/ 4721285 w 6937746"/>
              <a:gd name="connsiteY0" fmla="*/ 4641539 h 6858000"/>
              <a:gd name="connsiteX1" fmla="*/ 6937746 w 6937746"/>
              <a:gd name="connsiteY1" fmla="*/ 6858000 h 6858000"/>
              <a:gd name="connsiteX2" fmla="*/ 2504824 w 6937746"/>
              <a:gd name="connsiteY2" fmla="*/ 6858000 h 6858000"/>
              <a:gd name="connsiteX3" fmla="*/ 2376433 w 6937746"/>
              <a:gd name="connsiteY3" fmla="*/ 2296687 h 6858000"/>
              <a:gd name="connsiteX4" fmla="*/ 4602775 w 6937746"/>
              <a:gd name="connsiteY4" fmla="*/ 4523028 h 6858000"/>
              <a:gd name="connsiteX5" fmla="*/ 2376433 w 6937746"/>
              <a:gd name="connsiteY5" fmla="*/ 6749369 h 6858000"/>
              <a:gd name="connsiteX6" fmla="*/ 150091 w 6937746"/>
              <a:gd name="connsiteY6" fmla="*/ 4523027 h 6858000"/>
              <a:gd name="connsiteX7" fmla="*/ 306688 w 6937746"/>
              <a:gd name="connsiteY7" fmla="*/ 0 h 6858000"/>
              <a:gd name="connsiteX8" fmla="*/ 4436095 w 6937746"/>
              <a:gd name="connsiteY8" fmla="*/ 0 h 6858000"/>
              <a:gd name="connsiteX9" fmla="*/ 2371391 w 6937746"/>
              <a:gd name="connsiteY9" fmla="*/ 2064703 h 6858000"/>
              <a:gd name="connsiteX10" fmla="*/ 0 w 6937746"/>
              <a:gd name="connsiteY10" fmla="*/ 0 h 6858000"/>
              <a:gd name="connsiteX11" fmla="*/ 79746 w 6937746"/>
              <a:gd name="connsiteY11" fmla="*/ 0 h 6858000"/>
              <a:gd name="connsiteX12" fmla="*/ 2257922 w 6937746"/>
              <a:gd name="connsiteY12" fmla="*/ 2178176 h 6858000"/>
              <a:gd name="connsiteX13" fmla="*/ 31580 w 6937746"/>
              <a:gd name="connsiteY13" fmla="*/ 4404516 h 6858000"/>
              <a:gd name="connsiteX14" fmla="*/ 0 w 6937746"/>
              <a:gd name="connsiteY14" fmla="*/ 43729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37746" h="6858000">
                <a:moveTo>
                  <a:pt x="4721285" y="4641539"/>
                </a:moveTo>
                <a:lnTo>
                  <a:pt x="6937746" y="6858000"/>
                </a:lnTo>
                <a:lnTo>
                  <a:pt x="2504824" y="6858000"/>
                </a:lnTo>
                <a:close/>
                <a:moveTo>
                  <a:pt x="2376433" y="2296687"/>
                </a:moveTo>
                <a:lnTo>
                  <a:pt x="4602775" y="4523028"/>
                </a:lnTo>
                <a:lnTo>
                  <a:pt x="2376433" y="6749369"/>
                </a:lnTo>
                <a:lnTo>
                  <a:pt x="150091" y="4523027"/>
                </a:lnTo>
                <a:close/>
                <a:moveTo>
                  <a:pt x="306688" y="0"/>
                </a:moveTo>
                <a:lnTo>
                  <a:pt x="4436095" y="0"/>
                </a:lnTo>
                <a:lnTo>
                  <a:pt x="2371391" y="2064703"/>
                </a:lnTo>
                <a:close/>
                <a:moveTo>
                  <a:pt x="0" y="0"/>
                </a:moveTo>
                <a:lnTo>
                  <a:pt x="79746" y="0"/>
                </a:lnTo>
                <a:lnTo>
                  <a:pt x="2257922" y="2178176"/>
                </a:lnTo>
                <a:lnTo>
                  <a:pt x="31580" y="4404516"/>
                </a:lnTo>
                <a:lnTo>
                  <a:pt x="0" y="4372937"/>
                </a:lnTo>
                <a:close/>
              </a:path>
            </a:pathLst>
          </a:custGeom>
          <a:solidFill>
            <a:schemeClr val="bg1">
              <a:lumMod val="95000"/>
            </a:schemeClr>
          </a:solidFill>
          <a:ln w="1905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a:t>Place Your Picture Here</a:t>
            </a:r>
            <a:endParaRPr lang="ko-KR" altLang="en-US" dirty="0"/>
          </a:p>
        </p:txBody>
      </p:sp>
    </p:spTree>
    <p:extLst>
      <p:ext uri="{BB962C8B-B14F-4D97-AF65-F5344CB8AC3E}">
        <p14:creationId xmlns:p14="http://schemas.microsoft.com/office/powerpoint/2010/main" val="2977067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9A1F07-F3E9-D641-119A-F8F3089987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5B0C19-545F-38F3-754D-E755439D11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B0480C-9FF1-AB7B-A798-8E8F584F6E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396274-E83D-4D67-860E-189FB4A06491}" type="datetimeFigureOut">
              <a:rPr lang="en-IN" smtClean="0"/>
              <a:t>28-05-2023</a:t>
            </a:fld>
            <a:endParaRPr lang="en-IN"/>
          </a:p>
        </p:txBody>
      </p:sp>
      <p:sp>
        <p:nvSpPr>
          <p:cNvPr id="5" name="Footer Placeholder 4">
            <a:extLst>
              <a:ext uri="{FF2B5EF4-FFF2-40B4-BE49-F238E27FC236}">
                <a16:creationId xmlns:a16="http://schemas.microsoft.com/office/drawing/2014/main" id="{BE6EAF85-3EED-757C-F77A-ABF0CCC3BD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9AD4355-7296-BF07-3B67-972320368E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98E86D-4571-4FE8-AE4B-AEE80F68FC02}" type="slidenum">
              <a:rPr lang="en-IN" smtClean="0"/>
              <a:t>‹#›</a:t>
            </a:fld>
            <a:endParaRPr lang="en-IN"/>
          </a:p>
        </p:txBody>
      </p:sp>
    </p:spTree>
    <p:extLst>
      <p:ext uri="{BB962C8B-B14F-4D97-AF65-F5344CB8AC3E}">
        <p14:creationId xmlns:p14="http://schemas.microsoft.com/office/powerpoint/2010/main" val="3063766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5" r:id="rId16"/>
    <p:sldLayoutId id="2147483666" r:id="rId17"/>
    <p:sldLayoutId id="2147483667"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8.avif"/><Relationship Id="rId2" Type="http://schemas.openxmlformats.org/officeDocument/2006/relationships/image" Target="../media/image7.jpg"/><Relationship Id="rId1" Type="http://schemas.openxmlformats.org/officeDocument/2006/relationships/slideLayout" Target="../slideLayouts/slideLayout14.xml"/><Relationship Id="rId5" Type="http://schemas.openxmlformats.org/officeDocument/2006/relationships/image" Target="../media/image10.jpe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2" Type="http://schemas.openxmlformats.org/officeDocument/2006/relationships/image" Target="../media/image11.webp"/><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3B4C724-0776-4328-8F0A-B72DA1579537}"/>
              </a:ext>
            </a:extLst>
          </p:cNvPr>
          <p:cNvSpPr txBox="1"/>
          <p:nvPr/>
        </p:nvSpPr>
        <p:spPr>
          <a:xfrm>
            <a:off x="367645" y="1583508"/>
            <a:ext cx="4753370" cy="1015663"/>
          </a:xfrm>
          <a:prstGeom prst="rect">
            <a:avLst/>
          </a:prstGeom>
          <a:noFill/>
        </p:spPr>
        <p:txBody>
          <a:bodyPr wrap="square" rtlCol="0" anchor="ctr">
            <a:spAutoFit/>
          </a:bodyPr>
          <a:lstStyle/>
          <a:p>
            <a:r>
              <a:rPr lang="en-US" sz="6000" dirty="0">
                <a:latin typeface="+mj-lt"/>
              </a:rPr>
              <a:t>Tasty</a:t>
            </a:r>
            <a:r>
              <a:rPr lang="en-US" sz="5400" dirty="0">
                <a:latin typeface="+mj-lt"/>
              </a:rPr>
              <a:t> </a:t>
            </a:r>
            <a:r>
              <a:rPr lang="en-US" sz="6000" dirty="0">
                <a:latin typeface="+mj-lt"/>
              </a:rPr>
              <a:t>Recipe</a:t>
            </a:r>
          </a:p>
        </p:txBody>
      </p:sp>
      <p:sp>
        <p:nvSpPr>
          <p:cNvPr id="9" name="TextBox 8">
            <a:extLst>
              <a:ext uri="{FF2B5EF4-FFF2-40B4-BE49-F238E27FC236}">
                <a16:creationId xmlns:a16="http://schemas.microsoft.com/office/drawing/2014/main" id="{2B6167FF-AD5E-41E4-8385-3024DC936CF2}"/>
              </a:ext>
            </a:extLst>
          </p:cNvPr>
          <p:cNvSpPr txBox="1"/>
          <p:nvPr/>
        </p:nvSpPr>
        <p:spPr>
          <a:xfrm>
            <a:off x="367645" y="2599171"/>
            <a:ext cx="4753370" cy="400110"/>
          </a:xfrm>
          <a:prstGeom prst="rect">
            <a:avLst/>
          </a:prstGeom>
          <a:noFill/>
        </p:spPr>
        <p:txBody>
          <a:bodyPr wrap="square" rtlCol="0" anchor="ctr">
            <a:spAutoFit/>
          </a:bodyPr>
          <a:lstStyle/>
          <a:p>
            <a:r>
              <a:rPr lang="en-US" altLang="ko-KR" sz="2000" dirty="0">
                <a:cs typeface="Arial" pitchFamily="34" charset="0"/>
              </a:rPr>
              <a:t>A Food Blog which would make u crave for...</a:t>
            </a:r>
            <a:endParaRPr lang="ko-KR" altLang="en-US" sz="2000" dirty="0">
              <a:cs typeface="Arial" pitchFamily="34" charset="0"/>
            </a:endParaRPr>
          </a:p>
        </p:txBody>
      </p:sp>
      <p:sp>
        <p:nvSpPr>
          <p:cNvPr id="18" name="TextBox 17">
            <a:hlinkClick r:id="rId2"/>
            <a:extLst>
              <a:ext uri="{FF2B5EF4-FFF2-40B4-BE49-F238E27FC236}">
                <a16:creationId xmlns:a16="http://schemas.microsoft.com/office/drawing/2014/main" id="{ED023342-004A-4994-9DCA-F3C51525C0F0}"/>
              </a:ext>
            </a:extLst>
          </p:cNvPr>
          <p:cNvSpPr txBox="1"/>
          <p:nvPr/>
        </p:nvSpPr>
        <p:spPr>
          <a:xfrm>
            <a:off x="367645" y="2999281"/>
            <a:ext cx="4537973" cy="276999"/>
          </a:xfrm>
          <a:prstGeom prst="rect">
            <a:avLst/>
          </a:prstGeom>
          <a:noFill/>
        </p:spPr>
        <p:txBody>
          <a:bodyPr wrap="square" rtlCol="0">
            <a:spAutoFit/>
          </a:bodyPr>
          <a:lstStyle/>
          <a:p>
            <a:r>
              <a:rPr lang="en-US" altLang="ko-KR" sz="1200" dirty="0">
                <a:cs typeface="Arial" pitchFamily="34" charset="0"/>
              </a:rPr>
              <a:t>http://sairamredekar09.wordpress.com</a:t>
            </a:r>
            <a:endParaRPr lang="ko-KR" altLang="en-US" sz="1200" dirty="0">
              <a:cs typeface="Arial" pitchFamily="34" charset="0"/>
            </a:endParaRPr>
          </a:p>
        </p:txBody>
      </p:sp>
    </p:spTree>
    <p:extLst>
      <p:ext uri="{BB962C8B-B14F-4D97-AF65-F5344CB8AC3E}">
        <p14:creationId xmlns:p14="http://schemas.microsoft.com/office/powerpoint/2010/main" val="424717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0C455B2A-3D1B-4F98-ACA5-C72C064015F6}"/>
              </a:ext>
            </a:extLst>
          </p:cNvPr>
          <p:cNvGrpSpPr/>
          <p:nvPr/>
        </p:nvGrpSpPr>
        <p:grpSpPr>
          <a:xfrm>
            <a:off x="7310416" y="2452595"/>
            <a:ext cx="4777152" cy="2544095"/>
            <a:chOff x="6685635" y="2681689"/>
            <a:chExt cx="4777152" cy="1350334"/>
          </a:xfrm>
        </p:grpSpPr>
        <p:sp>
          <p:nvSpPr>
            <p:cNvPr id="8" name="TextBox 7">
              <a:extLst>
                <a:ext uri="{FF2B5EF4-FFF2-40B4-BE49-F238E27FC236}">
                  <a16:creationId xmlns:a16="http://schemas.microsoft.com/office/drawing/2014/main" id="{5CF5BDA4-10C7-46A6-AC30-523A3FC438AC}"/>
                </a:ext>
              </a:extLst>
            </p:cNvPr>
            <p:cNvSpPr txBox="1"/>
            <p:nvPr/>
          </p:nvSpPr>
          <p:spPr>
            <a:xfrm>
              <a:off x="6685635" y="2681689"/>
              <a:ext cx="4777152" cy="830997"/>
            </a:xfrm>
            <a:prstGeom prst="rect">
              <a:avLst/>
            </a:prstGeom>
            <a:noFill/>
          </p:spPr>
          <p:txBody>
            <a:bodyPr wrap="square" rtlCol="0" anchor="ctr">
              <a:spAutoFit/>
            </a:bodyPr>
            <a:lstStyle/>
            <a:p>
              <a:r>
                <a:rPr lang="en-US" altLang="ko-KR" sz="4800" dirty="0">
                  <a:latin typeface="+mj-lt"/>
                  <a:cs typeface="Arial" pitchFamily="34" charset="0"/>
                </a:rPr>
                <a:t> Overview</a:t>
              </a:r>
            </a:p>
          </p:txBody>
        </p:sp>
        <p:sp>
          <p:nvSpPr>
            <p:cNvPr id="9" name="TextBox 8">
              <a:extLst>
                <a:ext uri="{FF2B5EF4-FFF2-40B4-BE49-F238E27FC236}">
                  <a16:creationId xmlns:a16="http://schemas.microsoft.com/office/drawing/2014/main" id="{C062103B-F514-4BE9-B5B2-C13878D2FE7C}"/>
                </a:ext>
              </a:extLst>
            </p:cNvPr>
            <p:cNvSpPr txBox="1"/>
            <p:nvPr/>
          </p:nvSpPr>
          <p:spPr>
            <a:xfrm>
              <a:off x="6685691" y="3373005"/>
              <a:ext cx="4777096" cy="659018"/>
            </a:xfrm>
            <a:prstGeom prst="rect">
              <a:avLst/>
            </a:prstGeom>
            <a:noFill/>
          </p:spPr>
          <p:txBody>
            <a:bodyPr wrap="square" rtlCol="0" anchor="ctr">
              <a:spAutoFit/>
            </a:bodyPr>
            <a:lstStyle/>
            <a:p>
              <a:pPr marL="342900" indent="-342900">
                <a:buFont typeface="Arial" panose="020B0604020202020204" pitchFamily="34" charset="0"/>
                <a:buChar char="•"/>
              </a:pPr>
              <a:r>
                <a:rPr lang="en-IN" altLang="ko-KR" sz="1867" dirty="0">
                  <a:cs typeface="Arial" pitchFamily="34" charset="0"/>
                </a:rPr>
                <a:t>Introduction to the Objective</a:t>
              </a:r>
            </a:p>
            <a:p>
              <a:pPr marL="342900" indent="-342900">
                <a:buFont typeface="Arial" panose="020B0604020202020204" pitchFamily="34" charset="0"/>
                <a:buChar char="•"/>
              </a:pPr>
              <a:r>
                <a:rPr lang="en-IN" altLang="ko-KR" sz="1867" dirty="0">
                  <a:cs typeface="Arial" pitchFamily="34" charset="0"/>
                </a:rPr>
                <a:t>Content of Blog</a:t>
              </a:r>
            </a:p>
            <a:p>
              <a:pPr marL="342900" indent="-342900">
                <a:buFont typeface="Arial" panose="020B0604020202020204" pitchFamily="34" charset="0"/>
                <a:buChar char="•"/>
              </a:pPr>
              <a:r>
                <a:rPr lang="en-IN" altLang="ko-KR" sz="1867" dirty="0">
                  <a:cs typeface="Arial" pitchFamily="34" charset="0"/>
                </a:rPr>
                <a:t>Summary of Recipes</a:t>
              </a:r>
            </a:p>
            <a:p>
              <a:pPr marL="342900" indent="-342900">
                <a:buFont typeface="Arial" panose="020B0604020202020204" pitchFamily="34" charset="0"/>
                <a:buChar char="•"/>
              </a:pPr>
              <a:r>
                <a:rPr lang="en-IN" altLang="ko-KR" sz="1867" dirty="0">
                  <a:cs typeface="Arial" pitchFamily="34" charset="0"/>
                </a:rPr>
                <a:t>Conclusion</a:t>
              </a:r>
              <a:endParaRPr lang="ko-KR" altLang="en-US" sz="1867" dirty="0">
                <a:cs typeface="Arial" pitchFamily="34" charset="0"/>
              </a:endParaRPr>
            </a:p>
          </p:txBody>
        </p:sp>
      </p:grpSp>
    </p:spTree>
    <p:extLst>
      <p:ext uri="{BB962C8B-B14F-4D97-AF65-F5344CB8AC3E}">
        <p14:creationId xmlns:p14="http://schemas.microsoft.com/office/powerpoint/2010/main" val="1923479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848A29-F8D7-4DC4-8FC3-738FFFCD9C52}"/>
              </a:ext>
            </a:extLst>
          </p:cNvPr>
          <p:cNvSpPr txBox="1"/>
          <p:nvPr/>
        </p:nvSpPr>
        <p:spPr>
          <a:xfrm>
            <a:off x="6421716" y="370898"/>
            <a:ext cx="4203529" cy="923330"/>
          </a:xfrm>
          <a:prstGeom prst="rect">
            <a:avLst/>
          </a:prstGeom>
          <a:noFill/>
        </p:spPr>
        <p:txBody>
          <a:bodyPr wrap="square" rtlCol="0" anchor="ctr">
            <a:spAutoFit/>
          </a:bodyPr>
          <a:lstStyle/>
          <a:p>
            <a:pPr algn="dist"/>
            <a:r>
              <a:rPr lang="en-US" altLang="ko-KR" sz="5400" b="1" dirty="0">
                <a:solidFill>
                  <a:schemeClr val="accent4"/>
                </a:solidFill>
                <a:cs typeface="Arial" pitchFamily="34" charset="0"/>
              </a:rPr>
              <a:t>OBJECTIVE</a:t>
            </a:r>
          </a:p>
        </p:txBody>
      </p:sp>
      <p:sp>
        <p:nvSpPr>
          <p:cNvPr id="5" name="TextBox 4">
            <a:extLst>
              <a:ext uri="{FF2B5EF4-FFF2-40B4-BE49-F238E27FC236}">
                <a16:creationId xmlns:a16="http://schemas.microsoft.com/office/drawing/2014/main" id="{D0B94A36-CAFC-4FFA-BDC7-B20944F55583}"/>
              </a:ext>
            </a:extLst>
          </p:cNvPr>
          <p:cNvSpPr txBox="1"/>
          <p:nvPr/>
        </p:nvSpPr>
        <p:spPr>
          <a:xfrm>
            <a:off x="7209987" y="1322509"/>
            <a:ext cx="4526732" cy="769441"/>
          </a:xfrm>
          <a:prstGeom prst="rect">
            <a:avLst/>
          </a:prstGeom>
          <a:noFill/>
        </p:spPr>
        <p:txBody>
          <a:bodyPr wrap="square" rtlCol="0" anchor="ctr">
            <a:spAutoFit/>
          </a:bodyPr>
          <a:lstStyle/>
          <a:p>
            <a:pPr algn="dist"/>
            <a:r>
              <a:rPr lang="en-GB" altLang="ko-KR" sz="4400" b="1" dirty="0">
                <a:solidFill>
                  <a:schemeClr val="bg1"/>
                </a:solidFill>
                <a:cs typeface="Arial" pitchFamily="34" charset="0"/>
              </a:rPr>
              <a:t>BEHIND BLOG</a:t>
            </a:r>
            <a:endParaRPr lang="ko-KR" altLang="en-US" sz="4400" b="1" dirty="0">
              <a:solidFill>
                <a:schemeClr val="bg1"/>
              </a:solidFill>
              <a:cs typeface="Arial" pitchFamily="34" charset="0"/>
            </a:endParaRPr>
          </a:p>
        </p:txBody>
      </p:sp>
      <p:grpSp>
        <p:nvGrpSpPr>
          <p:cNvPr id="6" name="Group 1">
            <a:extLst>
              <a:ext uri="{FF2B5EF4-FFF2-40B4-BE49-F238E27FC236}">
                <a16:creationId xmlns:a16="http://schemas.microsoft.com/office/drawing/2014/main" id="{1A2D1C75-10A1-4A75-8C65-46D4A153A677}"/>
              </a:ext>
            </a:extLst>
          </p:cNvPr>
          <p:cNvGrpSpPr/>
          <p:nvPr/>
        </p:nvGrpSpPr>
        <p:grpSpPr>
          <a:xfrm>
            <a:off x="8258032" y="2394407"/>
            <a:ext cx="3676302" cy="4092695"/>
            <a:chOff x="2270130" y="1624973"/>
            <a:chExt cx="2946773" cy="3868988"/>
          </a:xfrm>
        </p:grpSpPr>
        <p:sp>
          <p:nvSpPr>
            <p:cNvPr id="7" name="TextBox 6">
              <a:extLst>
                <a:ext uri="{FF2B5EF4-FFF2-40B4-BE49-F238E27FC236}">
                  <a16:creationId xmlns:a16="http://schemas.microsoft.com/office/drawing/2014/main" id="{3682D84D-19B6-49DD-844D-A4C496C43C59}"/>
                </a:ext>
              </a:extLst>
            </p:cNvPr>
            <p:cNvSpPr txBox="1"/>
            <p:nvPr userDrawn="1"/>
          </p:nvSpPr>
          <p:spPr>
            <a:xfrm>
              <a:off x="2429073" y="2112793"/>
              <a:ext cx="2260378" cy="3345965"/>
            </a:xfrm>
            <a:prstGeom prst="rect">
              <a:avLst/>
            </a:prstGeom>
            <a:noFill/>
          </p:spPr>
          <p:txBody>
            <a:bodyPr wrap="square" rtlCol="0">
              <a:spAutoFit/>
            </a:bodyPr>
            <a:lstStyle/>
            <a:p>
              <a:pPr algn="r"/>
              <a:r>
                <a:rPr lang="en-US" altLang="ko-KR" sz="2800" dirty="0">
                  <a:solidFill>
                    <a:schemeClr val="bg1"/>
                  </a:solidFill>
                  <a:cs typeface="Arial" pitchFamily="34" charset="0"/>
                </a:rPr>
                <a:t>This Blog would contain a detail description about our upcoming food ordering website and the recipes u would find in it.  </a:t>
              </a:r>
              <a:endParaRPr lang="ko-KR" altLang="en-US" sz="2800" dirty="0">
                <a:solidFill>
                  <a:schemeClr val="bg1"/>
                </a:solidFill>
                <a:cs typeface="Arial" pitchFamily="34" charset="0"/>
              </a:endParaRPr>
            </a:p>
          </p:txBody>
        </p:sp>
        <p:sp>
          <p:nvSpPr>
            <p:cNvPr id="8" name="자유형: 도형 14">
              <a:extLst>
                <a:ext uri="{FF2B5EF4-FFF2-40B4-BE49-F238E27FC236}">
                  <a16:creationId xmlns:a16="http://schemas.microsoft.com/office/drawing/2014/main" id="{B0B101DC-3611-4132-9CCC-9277B4635785}"/>
                </a:ext>
              </a:extLst>
            </p:cNvPr>
            <p:cNvSpPr/>
            <p:nvPr userDrawn="1"/>
          </p:nvSpPr>
          <p:spPr>
            <a:xfrm rot="10800000">
              <a:off x="4689451" y="5006141"/>
              <a:ext cx="527452" cy="487820"/>
            </a:xfrm>
            <a:custGeom>
              <a:avLst/>
              <a:gdLst/>
              <a:ahLst/>
              <a:cxnLst/>
              <a:rect l="l" t="t" r="r" b="b"/>
              <a:pathLst>
                <a:path w="282415" h="261194">
                  <a:moveTo>
                    <a:pt x="258472" y="0"/>
                  </a:moveTo>
                  <a:lnTo>
                    <a:pt x="282415" y="38091"/>
                  </a:lnTo>
                  <a:cubicBezTo>
                    <a:pt x="262463" y="46435"/>
                    <a:pt x="247771" y="58859"/>
                    <a:pt x="238339" y="75365"/>
                  </a:cubicBezTo>
                  <a:cubicBezTo>
                    <a:pt x="228907" y="91871"/>
                    <a:pt x="223647" y="115905"/>
                    <a:pt x="222558" y="147466"/>
                  </a:cubicBezTo>
                  <a:lnTo>
                    <a:pt x="273709" y="147466"/>
                  </a:lnTo>
                  <a:lnTo>
                    <a:pt x="273709" y="261194"/>
                  </a:lnTo>
                  <a:lnTo>
                    <a:pt x="168687" y="261194"/>
                  </a:lnTo>
                  <a:lnTo>
                    <a:pt x="168687" y="171408"/>
                  </a:lnTo>
                  <a:cubicBezTo>
                    <a:pt x="168687" y="122797"/>
                    <a:pt x="174491" y="87609"/>
                    <a:pt x="186100" y="65843"/>
                  </a:cubicBezTo>
                  <a:cubicBezTo>
                    <a:pt x="201336" y="36821"/>
                    <a:pt x="225460" y="14874"/>
                    <a:pt x="258472" y="0"/>
                  </a:cubicBezTo>
                  <a:close/>
                  <a:moveTo>
                    <a:pt x="89785" y="0"/>
                  </a:moveTo>
                  <a:lnTo>
                    <a:pt x="113728" y="38091"/>
                  </a:lnTo>
                  <a:cubicBezTo>
                    <a:pt x="93775" y="46435"/>
                    <a:pt x="79083" y="58859"/>
                    <a:pt x="69651" y="75365"/>
                  </a:cubicBezTo>
                  <a:cubicBezTo>
                    <a:pt x="60219" y="91871"/>
                    <a:pt x="54959" y="115905"/>
                    <a:pt x="53871" y="147466"/>
                  </a:cubicBezTo>
                  <a:lnTo>
                    <a:pt x="105021" y="147466"/>
                  </a:lnTo>
                  <a:lnTo>
                    <a:pt x="105021" y="261194"/>
                  </a:lnTo>
                  <a:lnTo>
                    <a:pt x="0" y="261194"/>
                  </a:lnTo>
                  <a:lnTo>
                    <a:pt x="0" y="171408"/>
                  </a:lnTo>
                  <a:cubicBezTo>
                    <a:pt x="0" y="122797"/>
                    <a:pt x="5804" y="87609"/>
                    <a:pt x="17413" y="65843"/>
                  </a:cubicBezTo>
                  <a:cubicBezTo>
                    <a:pt x="32649" y="36821"/>
                    <a:pt x="56773" y="14874"/>
                    <a:pt x="8978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9" name="Freeform: Shape 4">
              <a:extLst>
                <a:ext uri="{FF2B5EF4-FFF2-40B4-BE49-F238E27FC236}">
                  <a16:creationId xmlns:a16="http://schemas.microsoft.com/office/drawing/2014/main" id="{5CDB7500-97ED-4A1B-8CAB-291D96E681FB}"/>
                </a:ext>
              </a:extLst>
            </p:cNvPr>
            <p:cNvSpPr/>
            <p:nvPr userDrawn="1"/>
          </p:nvSpPr>
          <p:spPr>
            <a:xfrm>
              <a:off x="2270130" y="1624973"/>
              <a:ext cx="527452" cy="487820"/>
            </a:xfrm>
            <a:custGeom>
              <a:avLst/>
              <a:gdLst>
                <a:gd name="connsiteX0" fmla="*/ 278634 w 304444"/>
                <a:gd name="connsiteY0" fmla="*/ 0 h 281568"/>
                <a:gd name="connsiteX1" fmla="*/ 304444 w 304444"/>
                <a:gd name="connsiteY1" fmla="*/ 41062 h 281568"/>
                <a:gd name="connsiteX2" fmla="*/ 256930 w 304444"/>
                <a:gd name="connsiteY2" fmla="*/ 81244 h 281568"/>
                <a:gd name="connsiteX3" fmla="*/ 239918 w 304444"/>
                <a:gd name="connsiteY3" fmla="*/ 158969 h 281568"/>
                <a:gd name="connsiteX4" fmla="*/ 295059 w 304444"/>
                <a:gd name="connsiteY4" fmla="*/ 158969 h 281568"/>
                <a:gd name="connsiteX5" fmla="*/ 295059 w 304444"/>
                <a:gd name="connsiteY5" fmla="*/ 281568 h 281568"/>
                <a:gd name="connsiteX6" fmla="*/ 181845 w 304444"/>
                <a:gd name="connsiteY6" fmla="*/ 281568 h 281568"/>
                <a:gd name="connsiteX7" fmla="*/ 181845 w 304444"/>
                <a:gd name="connsiteY7" fmla="*/ 184778 h 281568"/>
                <a:gd name="connsiteX8" fmla="*/ 200616 w 304444"/>
                <a:gd name="connsiteY8" fmla="*/ 70979 h 281568"/>
                <a:gd name="connsiteX9" fmla="*/ 278634 w 304444"/>
                <a:gd name="connsiteY9" fmla="*/ 0 h 281568"/>
                <a:gd name="connsiteX10" fmla="*/ 96789 w 304444"/>
                <a:gd name="connsiteY10" fmla="*/ 0 h 281568"/>
                <a:gd name="connsiteX11" fmla="*/ 122599 w 304444"/>
                <a:gd name="connsiteY11" fmla="*/ 41062 h 281568"/>
                <a:gd name="connsiteX12" fmla="*/ 75084 w 304444"/>
                <a:gd name="connsiteY12" fmla="*/ 81244 h 281568"/>
                <a:gd name="connsiteX13" fmla="*/ 58073 w 304444"/>
                <a:gd name="connsiteY13" fmla="*/ 158969 h 281568"/>
                <a:gd name="connsiteX14" fmla="*/ 113213 w 304444"/>
                <a:gd name="connsiteY14" fmla="*/ 158969 h 281568"/>
                <a:gd name="connsiteX15" fmla="*/ 113213 w 304444"/>
                <a:gd name="connsiteY15" fmla="*/ 281568 h 281568"/>
                <a:gd name="connsiteX16" fmla="*/ 0 w 304444"/>
                <a:gd name="connsiteY16" fmla="*/ 281568 h 281568"/>
                <a:gd name="connsiteX17" fmla="*/ 0 w 304444"/>
                <a:gd name="connsiteY17" fmla="*/ 184778 h 281568"/>
                <a:gd name="connsiteX18" fmla="*/ 18772 w 304444"/>
                <a:gd name="connsiteY18" fmla="*/ 70979 h 281568"/>
                <a:gd name="connsiteX19" fmla="*/ 96789 w 304444"/>
                <a:gd name="connsiteY19" fmla="*/ 0 h 2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4444" h="281568">
                  <a:moveTo>
                    <a:pt x="278634" y="0"/>
                  </a:moveTo>
                  <a:lnTo>
                    <a:pt x="304444" y="41062"/>
                  </a:lnTo>
                  <a:cubicBezTo>
                    <a:pt x="282936" y="50057"/>
                    <a:pt x="267098" y="63450"/>
                    <a:pt x="256930" y="81244"/>
                  </a:cubicBezTo>
                  <a:cubicBezTo>
                    <a:pt x="246762" y="99037"/>
                    <a:pt x="241092" y="124946"/>
                    <a:pt x="239918" y="158969"/>
                  </a:cubicBezTo>
                  <a:lnTo>
                    <a:pt x="295059" y="158969"/>
                  </a:lnTo>
                  <a:lnTo>
                    <a:pt x="295059" y="281568"/>
                  </a:lnTo>
                  <a:lnTo>
                    <a:pt x="181845" y="281568"/>
                  </a:lnTo>
                  <a:lnTo>
                    <a:pt x="181845" y="184778"/>
                  </a:lnTo>
                  <a:cubicBezTo>
                    <a:pt x="181845" y="132376"/>
                    <a:pt x="188102" y="94443"/>
                    <a:pt x="200616" y="70979"/>
                  </a:cubicBezTo>
                  <a:cubicBezTo>
                    <a:pt x="217041" y="39693"/>
                    <a:pt x="243047" y="16034"/>
                    <a:pt x="278634" y="0"/>
                  </a:cubicBezTo>
                  <a:close/>
                  <a:moveTo>
                    <a:pt x="96789" y="0"/>
                  </a:moveTo>
                  <a:lnTo>
                    <a:pt x="122599" y="41062"/>
                  </a:lnTo>
                  <a:cubicBezTo>
                    <a:pt x="101090" y="50057"/>
                    <a:pt x="85252" y="63450"/>
                    <a:pt x="75084" y="81244"/>
                  </a:cubicBezTo>
                  <a:cubicBezTo>
                    <a:pt x="64916" y="99037"/>
                    <a:pt x="59246" y="124946"/>
                    <a:pt x="58073" y="158969"/>
                  </a:cubicBezTo>
                  <a:lnTo>
                    <a:pt x="113213" y="158969"/>
                  </a:lnTo>
                  <a:lnTo>
                    <a:pt x="113213" y="281568"/>
                  </a:lnTo>
                  <a:lnTo>
                    <a:pt x="0" y="281568"/>
                  </a:lnTo>
                  <a:lnTo>
                    <a:pt x="0" y="184778"/>
                  </a:lnTo>
                  <a:cubicBezTo>
                    <a:pt x="0" y="132376"/>
                    <a:pt x="6257" y="94443"/>
                    <a:pt x="18772" y="70979"/>
                  </a:cubicBezTo>
                  <a:cubicBezTo>
                    <a:pt x="35196" y="39693"/>
                    <a:pt x="61202" y="16034"/>
                    <a:pt x="9678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0">
                <a:solidFill>
                  <a:schemeClr val="bg1"/>
                </a:solidFill>
              </a:endParaRPr>
            </a:p>
          </p:txBody>
        </p:sp>
      </p:grpSp>
    </p:spTree>
    <p:extLst>
      <p:ext uri="{BB962C8B-B14F-4D97-AF65-F5344CB8AC3E}">
        <p14:creationId xmlns:p14="http://schemas.microsoft.com/office/powerpoint/2010/main" val="1404339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0FA3CC-B72B-4ABC-A853-865F965596CE}"/>
              </a:ext>
            </a:extLst>
          </p:cNvPr>
          <p:cNvSpPr/>
          <p:nvPr/>
        </p:nvSpPr>
        <p:spPr>
          <a:xfrm>
            <a:off x="3500846" y="0"/>
            <a:ext cx="8691154" cy="6858000"/>
          </a:xfrm>
          <a:prstGeom prst="rect">
            <a:avLst/>
          </a:prstGeom>
          <a:solidFill>
            <a:srgbClr val="FCE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6579FB-80AA-4EBF-AE14-BA4BC4C2CF12}"/>
              </a:ext>
            </a:extLst>
          </p:cNvPr>
          <p:cNvSpPr txBox="1"/>
          <p:nvPr/>
        </p:nvSpPr>
        <p:spPr>
          <a:xfrm>
            <a:off x="4136570" y="200451"/>
            <a:ext cx="7663543" cy="923330"/>
          </a:xfrm>
          <a:prstGeom prst="rect">
            <a:avLst/>
          </a:prstGeom>
          <a:noFill/>
        </p:spPr>
        <p:txBody>
          <a:bodyPr wrap="square" rtlCol="0" anchor="ctr">
            <a:spAutoFit/>
          </a:bodyPr>
          <a:lstStyle/>
          <a:p>
            <a:r>
              <a:rPr lang="en-US" altLang="ko-KR" sz="5400" dirty="0">
                <a:solidFill>
                  <a:schemeClr val="tx1">
                    <a:lumMod val="85000"/>
                    <a:lumOff val="15000"/>
                  </a:schemeClr>
                </a:solidFill>
                <a:cs typeface="Arial" pitchFamily="34" charset="0"/>
              </a:rPr>
              <a:t>Blog Content</a:t>
            </a:r>
            <a:endParaRPr lang="ko-KR" altLang="en-US" sz="5400" dirty="0">
              <a:solidFill>
                <a:schemeClr val="tx1">
                  <a:lumMod val="85000"/>
                  <a:lumOff val="15000"/>
                </a:schemeClr>
              </a:solidFill>
              <a:cs typeface="Arial" pitchFamily="34" charset="0"/>
            </a:endParaRPr>
          </a:p>
        </p:txBody>
      </p:sp>
      <p:grpSp>
        <p:nvGrpSpPr>
          <p:cNvPr id="5" name="Group 4">
            <a:extLst>
              <a:ext uri="{FF2B5EF4-FFF2-40B4-BE49-F238E27FC236}">
                <a16:creationId xmlns:a16="http://schemas.microsoft.com/office/drawing/2014/main" id="{22751B80-BDB4-4C07-B121-0391B2F1C075}"/>
              </a:ext>
            </a:extLst>
          </p:cNvPr>
          <p:cNvGrpSpPr/>
          <p:nvPr/>
        </p:nvGrpSpPr>
        <p:grpSpPr>
          <a:xfrm>
            <a:off x="4706663" y="1486555"/>
            <a:ext cx="6732356" cy="1042119"/>
            <a:chOff x="1228208" y="1021323"/>
            <a:chExt cx="6732356" cy="1042119"/>
          </a:xfrm>
        </p:grpSpPr>
        <p:sp>
          <p:nvSpPr>
            <p:cNvPr id="6" name="TextBox 5">
              <a:extLst>
                <a:ext uri="{FF2B5EF4-FFF2-40B4-BE49-F238E27FC236}">
                  <a16:creationId xmlns:a16="http://schemas.microsoft.com/office/drawing/2014/main" id="{06E8249D-8F80-434A-B3B7-356EFA4EC5CC}"/>
                </a:ext>
              </a:extLst>
            </p:cNvPr>
            <p:cNvSpPr txBox="1"/>
            <p:nvPr/>
          </p:nvSpPr>
          <p:spPr>
            <a:xfrm>
              <a:off x="1228208" y="1021323"/>
              <a:ext cx="6732356" cy="338554"/>
            </a:xfrm>
            <a:prstGeom prst="rect">
              <a:avLst/>
            </a:prstGeom>
            <a:noFill/>
          </p:spPr>
          <p:txBody>
            <a:bodyPr wrap="square" lIns="108000" rIns="108000" rtlCol="0">
              <a:spAutoFit/>
            </a:bodyPr>
            <a:lstStyle/>
            <a:p>
              <a:r>
                <a:rPr lang="en-GB" altLang="ko-KR" sz="1600" b="1" dirty="0">
                  <a:solidFill>
                    <a:schemeClr val="tx1">
                      <a:lumMod val="85000"/>
                      <a:lumOff val="15000"/>
                    </a:schemeClr>
                  </a:solidFill>
                  <a:cs typeface="Arial" pitchFamily="34" charset="0"/>
                </a:rPr>
                <a:t>Home Page</a:t>
              </a:r>
              <a:endParaRPr lang="ko-KR" altLang="en-US" sz="1600" b="1" dirty="0">
                <a:solidFill>
                  <a:schemeClr val="tx1">
                    <a:lumMod val="85000"/>
                    <a:lumOff val="15000"/>
                  </a:schemeClr>
                </a:solidFill>
                <a:cs typeface="Arial" pitchFamily="34" charset="0"/>
              </a:endParaRPr>
            </a:p>
          </p:txBody>
        </p:sp>
        <p:sp>
          <p:nvSpPr>
            <p:cNvPr id="7" name="TextBox 6">
              <a:extLst>
                <a:ext uri="{FF2B5EF4-FFF2-40B4-BE49-F238E27FC236}">
                  <a16:creationId xmlns:a16="http://schemas.microsoft.com/office/drawing/2014/main" id="{59F48B79-1B1E-4ADE-A97A-EB5CBB77FA9B}"/>
                </a:ext>
              </a:extLst>
            </p:cNvPr>
            <p:cNvSpPr txBox="1"/>
            <p:nvPr/>
          </p:nvSpPr>
          <p:spPr>
            <a:xfrm>
              <a:off x="2147565" y="1463278"/>
              <a:ext cx="5812998" cy="276999"/>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dirty="0">
                  <a:solidFill>
                    <a:schemeClr val="tx1">
                      <a:lumMod val="75000"/>
                      <a:lumOff val="25000"/>
                    </a:schemeClr>
                  </a:solidFill>
                  <a:cs typeface="Arial" pitchFamily="34" charset="0"/>
                </a:rPr>
                <a:t>This gives an idea of the blog’s actual content.</a:t>
              </a:r>
              <a:endParaRPr lang="ko-KR" altLang="en-US" sz="1200" dirty="0">
                <a:solidFill>
                  <a:schemeClr val="tx1">
                    <a:lumMod val="75000"/>
                    <a:lumOff val="25000"/>
                  </a:schemeClr>
                </a:solidFill>
                <a:cs typeface="Arial" pitchFamily="34" charset="0"/>
              </a:endParaRPr>
            </a:p>
          </p:txBody>
        </p:sp>
        <p:sp>
          <p:nvSpPr>
            <p:cNvPr id="8" name="TextBox 7">
              <a:extLst>
                <a:ext uri="{FF2B5EF4-FFF2-40B4-BE49-F238E27FC236}">
                  <a16:creationId xmlns:a16="http://schemas.microsoft.com/office/drawing/2014/main" id="{628F22F9-5CB7-42E7-9E8F-7986BF4EAE0E}"/>
                </a:ext>
              </a:extLst>
            </p:cNvPr>
            <p:cNvSpPr txBox="1"/>
            <p:nvPr/>
          </p:nvSpPr>
          <p:spPr>
            <a:xfrm>
              <a:off x="2147565" y="1786443"/>
              <a:ext cx="5812998" cy="276999"/>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dirty="0">
                  <a:solidFill>
                    <a:schemeClr val="tx1">
                      <a:lumMod val="85000"/>
                      <a:lumOff val="15000"/>
                    </a:schemeClr>
                  </a:solidFill>
                  <a:cs typeface="Arial" pitchFamily="34" charset="0"/>
                </a:rPr>
                <a:t>Contains a View menu option where you could view the different menus. </a:t>
              </a:r>
              <a:endParaRPr lang="ko-KR" altLang="en-US" sz="1200" dirty="0">
                <a:solidFill>
                  <a:schemeClr val="tx1">
                    <a:lumMod val="85000"/>
                    <a:lumOff val="15000"/>
                  </a:schemeClr>
                </a:solidFill>
                <a:cs typeface="Arial" pitchFamily="34" charset="0"/>
              </a:endParaRPr>
            </a:p>
          </p:txBody>
        </p:sp>
      </p:grpSp>
      <p:sp>
        <p:nvSpPr>
          <p:cNvPr id="11" name="TextBox 10">
            <a:extLst>
              <a:ext uri="{FF2B5EF4-FFF2-40B4-BE49-F238E27FC236}">
                <a16:creationId xmlns:a16="http://schemas.microsoft.com/office/drawing/2014/main" id="{72CFC723-C4C9-4A98-9521-EB7422E5E1C4}"/>
              </a:ext>
            </a:extLst>
          </p:cNvPr>
          <p:cNvSpPr txBox="1"/>
          <p:nvPr/>
        </p:nvSpPr>
        <p:spPr>
          <a:xfrm>
            <a:off x="4628916" y="1859914"/>
            <a:ext cx="1040651" cy="707886"/>
          </a:xfrm>
          <a:prstGeom prst="rect">
            <a:avLst/>
          </a:prstGeom>
          <a:noFill/>
        </p:spPr>
        <p:txBody>
          <a:bodyPr wrap="square" lIns="108000" rIns="108000" rtlCol="0">
            <a:spAutoFit/>
          </a:bodyPr>
          <a:lstStyle/>
          <a:p>
            <a:pPr algn="ctr"/>
            <a:r>
              <a:rPr lang="en-US" altLang="ko-KR" sz="4000" b="1" dirty="0">
                <a:solidFill>
                  <a:schemeClr val="accent1"/>
                </a:solidFill>
                <a:cs typeface="Arial" pitchFamily="34" charset="0"/>
              </a:rPr>
              <a:t>01</a:t>
            </a:r>
            <a:endParaRPr lang="ko-KR" altLang="en-US" sz="4000" b="1" dirty="0">
              <a:solidFill>
                <a:schemeClr val="accent1"/>
              </a:solidFill>
              <a:cs typeface="Arial" pitchFamily="34" charset="0"/>
            </a:endParaRPr>
          </a:p>
        </p:txBody>
      </p:sp>
      <p:grpSp>
        <p:nvGrpSpPr>
          <p:cNvPr id="38" name="Group 37">
            <a:extLst>
              <a:ext uri="{FF2B5EF4-FFF2-40B4-BE49-F238E27FC236}">
                <a16:creationId xmlns:a16="http://schemas.microsoft.com/office/drawing/2014/main" id="{8FB369A1-8477-4F23-9C1E-84C21B3DA737}"/>
              </a:ext>
            </a:extLst>
          </p:cNvPr>
          <p:cNvGrpSpPr/>
          <p:nvPr/>
        </p:nvGrpSpPr>
        <p:grpSpPr>
          <a:xfrm>
            <a:off x="4706664" y="2702860"/>
            <a:ext cx="6732356" cy="1042119"/>
            <a:chOff x="1228208" y="1021323"/>
            <a:chExt cx="6732356" cy="1042119"/>
          </a:xfrm>
        </p:grpSpPr>
        <p:sp>
          <p:nvSpPr>
            <p:cNvPr id="39" name="TextBox 38">
              <a:extLst>
                <a:ext uri="{FF2B5EF4-FFF2-40B4-BE49-F238E27FC236}">
                  <a16:creationId xmlns:a16="http://schemas.microsoft.com/office/drawing/2014/main" id="{1DCFB563-76D5-4921-8289-41D6CC8B6BCC}"/>
                </a:ext>
              </a:extLst>
            </p:cNvPr>
            <p:cNvSpPr txBox="1"/>
            <p:nvPr/>
          </p:nvSpPr>
          <p:spPr>
            <a:xfrm>
              <a:off x="1228208" y="1021323"/>
              <a:ext cx="6732356" cy="338554"/>
            </a:xfrm>
            <a:prstGeom prst="rect">
              <a:avLst/>
            </a:prstGeom>
            <a:noFill/>
          </p:spPr>
          <p:txBody>
            <a:bodyPr wrap="square" lIns="108000" rIns="108000" rtlCol="0">
              <a:spAutoFit/>
            </a:bodyPr>
            <a:lstStyle/>
            <a:p>
              <a:r>
                <a:rPr lang="en-GB" altLang="ko-KR" sz="1600" b="1" dirty="0">
                  <a:solidFill>
                    <a:schemeClr val="tx1">
                      <a:lumMod val="85000"/>
                      <a:lumOff val="15000"/>
                    </a:schemeClr>
                  </a:solidFill>
                  <a:cs typeface="Arial" pitchFamily="34" charset="0"/>
                </a:rPr>
                <a:t>Coming Soon</a:t>
              </a:r>
              <a:endParaRPr lang="ko-KR" altLang="en-US" sz="1600" b="1" dirty="0">
                <a:solidFill>
                  <a:schemeClr val="tx1">
                    <a:lumMod val="85000"/>
                    <a:lumOff val="15000"/>
                  </a:schemeClr>
                </a:solidFill>
                <a:cs typeface="Arial" pitchFamily="34" charset="0"/>
              </a:endParaRPr>
            </a:p>
          </p:txBody>
        </p:sp>
        <p:sp>
          <p:nvSpPr>
            <p:cNvPr id="40" name="TextBox 39">
              <a:extLst>
                <a:ext uri="{FF2B5EF4-FFF2-40B4-BE49-F238E27FC236}">
                  <a16:creationId xmlns:a16="http://schemas.microsoft.com/office/drawing/2014/main" id="{1C9AAAB8-7519-49AA-8AF1-8212FCD91992}"/>
                </a:ext>
              </a:extLst>
            </p:cNvPr>
            <p:cNvSpPr txBox="1"/>
            <p:nvPr/>
          </p:nvSpPr>
          <p:spPr>
            <a:xfrm>
              <a:off x="2147565" y="1463278"/>
              <a:ext cx="5812998" cy="276999"/>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dirty="0">
                  <a:solidFill>
                    <a:schemeClr val="tx1">
                      <a:lumMod val="75000"/>
                      <a:lumOff val="25000"/>
                    </a:schemeClr>
                  </a:solidFill>
                  <a:cs typeface="Arial" pitchFamily="34" charset="0"/>
                </a:rPr>
                <a:t>This contains food recipes which would be soon released in menu option.</a:t>
              </a:r>
              <a:endParaRPr lang="ko-KR" altLang="en-US" sz="1200" dirty="0">
                <a:solidFill>
                  <a:schemeClr val="tx1">
                    <a:lumMod val="75000"/>
                    <a:lumOff val="25000"/>
                  </a:schemeClr>
                </a:solidFill>
                <a:cs typeface="Arial" pitchFamily="34" charset="0"/>
              </a:endParaRPr>
            </a:p>
          </p:txBody>
        </p:sp>
        <p:sp>
          <p:nvSpPr>
            <p:cNvPr id="41" name="TextBox 40">
              <a:extLst>
                <a:ext uri="{FF2B5EF4-FFF2-40B4-BE49-F238E27FC236}">
                  <a16:creationId xmlns:a16="http://schemas.microsoft.com/office/drawing/2014/main" id="{8A8F25DA-8273-4E74-9A84-953EF3D0A8A0}"/>
                </a:ext>
              </a:extLst>
            </p:cNvPr>
            <p:cNvSpPr txBox="1"/>
            <p:nvPr/>
          </p:nvSpPr>
          <p:spPr>
            <a:xfrm>
              <a:off x="2147565" y="1786443"/>
              <a:ext cx="5812998" cy="276999"/>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dirty="0">
                  <a:solidFill>
                    <a:schemeClr val="tx1">
                      <a:lumMod val="85000"/>
                      <a:lumOff val="15000"/>
                    </a:schemeClr>
                  </a:solidFill>
                  <a:cs typeface="Arial" pitchFamily="34" charset="0"/>
                </a:rPr>
                <a:t>Contains images of the upcoming menus. </a:t>
              </a:r>
              <a:endParaRPr lang="ko-KR" altLang="en-US" sz="1200" dirty="0">
                <a:solidFill>
                  <a:schemeClr val="tx1">
                    <a:lumMod val="85000"/>
                    <a:lumOff val="15000"/>
                  </a:schemeClr>
                </a:solidFill>
                <a:cs typeface="Arial" pitchFamily="34" charset="0"/>
              </a:endParaRPr>
            </a:p>
          </p:txBody>
        </p:sp>
      </p:grpSp>
      <p:sp>
        <p:nvSpPr>
          <p:cNvPr id="42" name="TextBox 41">
            <a:extLst>
              <a:ext uri="{FF2B5EF4-FFF2-40B4-BE49-F238E27FC236}">
                <a16:creationId xmlns:a16="http://schemas.microsoft.com/office/drawing/2014/main" id="{B99580E8-EF7E-4F3B-9C52-2EBB69971B17}"/>
              </a:ext>
            </a:extLst>
          </p:cNvPr>
          <p:cNvSpPr txBox="1"/>
          <p:nvPr/>
        </p:nvSpPr>
        <p:spPr>
          <a:xfrm>
            <a:off x="4628916" y="3076219"/>
            <a:ext cx="1040651" cy="707886"/>
          </a:xfrm>
          <a:prstGeom prst="rect">
            <a:avLst/>
          </a:prstGeom>
          <a:noFill/>
        </p:spPr>
        <p:txBody>
          <a:bodyPr wrap="square" lIns="108000" rIns="108000" rtlCol="0">
            <a:spAutoFit/>
          </a:bodyPr>
          <a:lstStyle/>
          <a:p>
            <a:pPr algn="ctr"/>
            <a:r>
              <a:rPr lang="en-US" altLang="ko-KR" sz="4000" b="1" dirty="0">
                <a:solidFill>
                  <a:schemeClr val="accent2"/>
                </a:solidFill>
                <a:cs typeface="Arial" pitchFamily="34" charset="0"/>
              </a:rPr>
              <a:t>02</a:t>
            </a:r>
            <a:endParaRPr lang="ko-KR" altLang="en-US" sz="4000" b="1" dirty="0">
              <a:solidFill>
                <a:schemeClr val="accent2"/>
              </a:solidFill>
              <a:cs typeface="Arial" pitchFamily="34" charset="0"/>
            </a:endParaRPr>
          </a:p>
        </p:txBody>
      </p:sp>
      <p:grpSp>
        <p:nvGrpSpPr>
          <p:cNvPr id="43" name="Group 42">
            <a:extLst>
              <a:ext uri="{FF2B5EF4-FFF2-40B4-BE49-F238E27FC236}">
                <a16:creationId xmlns:a16="http://schemas.microsoft.com/office/drawing/2014/main" id="{A734DF3D-81C3-4501-BB5F-87ED60812412}"/>
              </a:ext>
            </a:extLst>
          </p:cNvPr>
          <p:cNvGrpSpPr/>
          <p:nvPr/>
        </p:nvGrpSpPr>
        <p:grpSpPr>
          <a:xfrm>
            <a:off x="4706663" y="3919165"/>
            <a:ext cx="6732356" cy="1042119"/>
            <a:chOff x="1228208" y="1021323"/>
            <a:chExt cx="6732356" cy="1042119"/>
          </a:xfrm>
        </p:grpSpPr>
        <p:sp>
          <p:nvSpPr>
            <p:cNvPr id="44" name="TextBox 43">
              <a:extLst>
                <a:ext uri="{FF2B5EF4-FFF2-40B4-BE49-F238E27FC236}">
                  <a16:creationId xmlns:a16="http://schemas.microsoft.com/office/drawing/2014/main" id="{E92B50DA-6D68-4FCA-8927-6D50C6CE3604}"/>
                </a:ext>
              </a:extLst>
            </p:cNvPr>
            <p:cNvSpPr txBox="1"/>
            <p:nvPr/>
          </p:nvSpPr>
          <p:spPr>
            <a:xfrm>
              <a:off x="1228208" y="1021323"/>
              <a:ext cx="6732356" cy="338554"/>
            </a:xfrm>
            <a:prstGeom prst="rect">
              <a:avLst/>
            </a:prstGeom>
            <a:noFill/>
          </p:spPr>
          <p:txBody>
            <a:bodyPr wrap="square" lIns="108000" rIns="108000" rtlCol="0">
              <a:spAutoFit/>
            </a:bodyPr>
            <a:lstStyle/>
            <a:p>
              <a:r>
                <a:rPr lang="en-IN" altLang="ko-KR" sz="1600" b="1" dirty="0">
                  <a:solidFill>
                    <a:schemeClr val="tx1">
                      <a:lumMod val="85000"/>
                      <a:lumOff val="15000"/>
                    </a:schemeClr>
                  </a:solidFill>
                  <a:cs typeface="Arial" pitchFamily="34" charset="0"/>
                </a:rPr>
                <a:t>Contact</a:t>
              </a:r>
              <a:endParaRPr lang="ko-KR" altLang="en-US" sz="1600" b="1" dirty="0">
                <a:solidFill>
                  <a:schemeClr val="tx1">
                    <a:lumMod val="85000"/>
                    <a:lumOff val="15000"/>
                  </a:schemeClr>
                </a:solidFill>
                <a:cs typeface="Arial" pitchFamily="34" charset="0"/>
              </a:endParaRPr>
            </a:p>
          </p:txBody>
        </p:sp>
        <p:sp>
          <p:nvSpPr>
            <p:cNvPr id="45" name="TextBox 44">
              <a:extLst>
                <a:ext uri="{FF2B5EF4-FFF2-40B4-BE49-F238E27FC236}">
                  <a16:creationId xmlns:a16="http://schemas.microsoft.com/office/drawing/2014/main" id="{BD515E20-24D2-49DD-A0D7-B91E52A07A6E}"/>
                </a:ext>
              </a:extLst>
            </p:cNvPr>
            <p:cNvSpPr txBox="1"/>
            <p:nvPr/>
          </p:nvSpPr>
          <p:spPr>
            <a:xfrm>
              <a:off x="2147565" y="1463278"/>
              <a:ext cx="5812998" cy="276999"/>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dirty="0">
                  <a:solidFill>
                    <a:schemeClr val="tx1">
                      <a:lumMod val="75000"/>
                      <a:lumOff val="25000"/>
                    </a:schemeClr>
                  </a:solidFill>
                  <a:cs typeface="Arial" pitchFamily="34" charset="0"/>
                </a:rPr>
                <a:t>Will contain details regarding the address of the restaurant.</a:t>
              </a:r>
              <a:endParaRPr lang="ko-KR" altLang="en-US" sz="1200" dirty="0">
                <a:solidFill>
                  <a:schemeClr val="tx1">
                    <a:lumMod val="75000"/>
                    <a:lumOff val="25000"/>
                  </a:schemeClr>
                </a:solidFill>
                <a:cs typeface="Arial" pitchFamily="34" charset="0"/>
              </a:endParaRPr>
            </a:p>
          </p:txBody>
        </p:sp>
        <p:sp>
          <p:nvSpPr>
            <p:cNvPr id="46" name="TextBox 45">
              <a:extLst>
                <a:ext uri="{FF2B5EF4-FFF2-40B4-BE49-F238E27FC236}">
                  <a16:creationId xmlns:a16="http://schemas.microsoft.com/office/drawing/2014/main" id="{E8B5BE06-E48E-4492-BC17-20E966028F04}"/>
                </a:ext>
              </a:extLst>
            </p:cNvPr>
            <p:cNvSpPr txBox="1"/>
            <p:nvPr/>
          </p:nvSpPr>
          <p:spPr>
            <a:xfrm>
              <a:off x="2147565" y="1786443"/>
              <a:ext cx="5812998" cy="276999"/>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dirty="0">
                  <a:solidFill>
                    <a:schemeClr val="tx1">
                      <a:lumMod val="85000"/>
                      <a:lumOff val="15000"/>
                    </a:schemeClr>
                  </a:solidFill>
                  <a:cs typeface="Arial" pitchFamily="34" charset="0"/>
                </a:rPr>
                <a:t>Message option through which user can connect us. </a:t>
              </a:r>
              <a:endParaRPr lang="ko-KR" altLang="en-US" sz="1200" dirty="0">
                <a:solidFill>
                  <a:schemeClr val="tx1">
                    <a:lumMod val="85000"/>
                    <a:lumOff val="15000"/>
                  </a:schemeClr>
                </a:solidFill>
                <a:cs typeface="Arial" pitchFamily="34" charset="0"/>
              </a:endParaRPr>
            </a:p>
          </p:txBody>
        </p:sp>
      </p:grpSp>
      <p:sp>
        <p:nvSpPr>
          <p:cNvPr id="47" name="TextBox 46">
            <a:extLst>
              <a:ext uri="{FF2B5EF4-FFF2-40B4-BE49-F238E27FC236}">
                <a16:creationId xmlns:a16="http://schemas.microsoft.com/office/drawing/2014/main" id="{F5B2B22C-C34C-4A51-905A-3F259E5BBF74}"/>
              </a:ext>
            </a:extLst>
          </p:cNvPr>
          <p:cNvSpPr txBox="1"/>
          <p:nvPr/>
        </p:nvSpPr>
        <p:spPr>
          <a:xfrm>
            <a:off x="4628916" y="4292524"/>
            <a:ext cx="1040651" cy="707886"/>
          </a:xfrm>
          <a:prstGeom prst="rect">
            <a:avLst/>
          </a:prstGeom>
          <a:noFill/>
        </p:spPr>
        <p:txBody>
          <a:bodyPr wrap="square" lIns="108000" rIns="108000" rtlCol="0">
            <a:spAutoFit/>
          </a:bodyPr>
          <a:lstStyle/>
          <a:p>
            <a:pPr algn="ctr"/>
            <a:r>
              <a:rPr lang="en-US" altLang="ko-KR" sz="4000" b="1" dirty="0">
                <a:solidFill>
                  <a:schemeClr val="accent3"/>
                </a:solidFill>
                <a:cs typeface="Arial" pitchFamily="34" charset="0"/>
              </a:rPr>
              <a:t>03</a:t>
            </a:r>
            <a:endParaRPr lang="ko-KR" altLang="en-US" sz="4000" b="1" dirty="0">
              <a:solidFill>
                <a:schemeClr val="accent3"/>
              </a:solidFill>
              <a:cs typeface="Arial" pitchFamily="34" charset="0"/>
            </a:endParaRPr>
          </a:p>
        </p:txBody>
      </p:sp>
      <p:grpSp>
        <p:nvGrpSpPr>
          <p:cNvPr id="48" name="Group 47">
            <a:extLst>
              <a:ext uri="{FF2B5EF4-FFF2-40B4-BE49-F238E27FC236}">
                <a16:creationId xmlns:a16="http://schemas.microsoft.com/office/drawing/2014/main" id="{2CF20C45-97C6-43FD-8A7C-EF5ED81B753E}"/>
              </a:ext>
            </a:extLst>
          </p:cNvPr>
          <p:cNvGrpSpPr/>
          <p:nvPr/>
        </p:nvGrpSpPr>
        <p:grpSpPr>
          <a:xfrm>
            <a:off x="4706663" y="5135470"/>
            <a:ext cx="6732356" cy="1042119"/>
            <a:chOff x="1228208" y="1021323"/>
            <a:chExt cx="6732356" cy="1042119"/>
          </a:xfrm>
        </p:grpSpPr>
        <p:sp>
          <p:nvSpPr>
            <p:cNvPr id="49" name="TextBox 48">
              <a:extLst>
                <a:ext uri="{FF2B5EF4-FFF2-40B4-BE49-F238E27FC236}">
                  <a16:creationId xmlns:a16="http://schemas.microsoft.com/office/drawing/2014/main" id="{0A4ED32E-4C1C-4AAA-9205-97B165C7CD6A}"/>
                </a:ext>
              </a:extLst>
            </p:cNvPr>
            <p:cNvSpPr txBox="1"/>
            <p:nvPr/>
          </p:nvSpPr>
          <p:spPr>
            <a:xfrm>
              <a:off x="1228208" y="1021323"/>
              <a:ext cx="6732356" cy="338554"/>
            </a:xfrm>
            <a:prstGeom prst="rect">
              <a:avLst/>
            </a:prstGeom>
            <a:noFill/>
          </p:spPr>
          <p:txBody>
            <a:bodyPr wrap="square" lIns="108000" rIns="108000" rtlCol="0">
              <a:spAutoFit/>
            </a:bodyPr>
            <a:lstStyle/>
            <a:p>
              <a:r>
                <a:rPr lang="en-IN" altLang="ko-KR" sz="1600" b="1" dirty="0">
                  <a:solidFill>
                    <a:schemeClr val="tx1">
                      <a:lumMod val="85000"/>
                      <a:lumOff val="15000"/>
                    </a:schemeClr>
                  </a:solidFill>
                  <a:cs typeface="Arial" pitchFamily="34" charset="0"/>
                </a:rPr>
                <a:t>About us and Developer Info</a:t>
              </a:r>
              <a:endParaRPr lang="ko-KR" altLang="en-US" sz="1600" b="1" dirty="0">
                <a:solidFill>
                  <a:schemeClr val="tx1">
                    <a:lumMod val="85000"/>
                    <a:lumOff val="15000"/>
                  </a:schemeClr>
                </a:solidFill>
                <a:cs typeface="Arial" pitchFamily="34" charset="0"/>
              </a:endParaRPr>
            </a:p>
          </p:txBody>
        </p:sp>
        <p:sp>
          <p:nvSpPr>
            <p:cNvPr id="50" name="TextBox 49">
              <a:extLst>
                <a:ext uri="{FF2B5EF4-FFF2-40B4-BE49-F238E27FC236}">
                  <a16:creationId xmlns:a16="http://schemas.microsoft.com/office/drawing/2014/main" id="{16E6988D-8D5F-4A7E-9614-AECBA1A5BA43}"/>
                </a:ext>
              </a:extLst>
            </p:cNvPr>
            <p:cNvSpPr txBox="1"/>
            <p:nvPr/>
          </p:nvSpPr>
          <p:spPr>
            <a:xfrm>
              <a:off x="2147565" y="1463278"/>
              <a:ext cx="5812998" cy="276999"/>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dirty="0">
                  <a:solidFill>
                    <a:schemeClr val="tx1">
                      <a:lumMod val="75000"/>
                      <a:lumOff val="25000"/>
                    </a:schemeClr>
                  </a:solidFill>
                  <a:cs typeface="Arial" pitchFamily="34" charset="0"/>
                </a:rPr>
                <a:t>This would mainly contain a detail of our page.</a:t>
              </a:r>
              <a:endParaRPr lang="ko-KR" altLang="en-US" sz="1200" dirty="0">
                <a:solidFill>
                  <a:schemeClr val="tx1">
                    <a:lumMod val="75000"/>
                    <a:lumOff val="25000"/>
                  </a:schemeClr>
                </a:solidFill>
                <a:cs typeface="Arial" pitchFamily="34" charset="0"/>
              </a:endParaRPr>
            </a:p>
          </p:txBody>
        </p:sp>
        <p:sp>
          <p:nvSpPr>
            <p:cNvPr id="51" name="TextBox 50">
              <a:extLst>
                <a:ext uri="{FF2B5EF4-FFF2-40B4-BE49-F238E27FC236}">
                  <a16:creationId xmlns:a16="http://schemas.microsoft.com/office/drawing/2014/main" id="{5A6B001D-4857-456B-862C-D2216B28936E}"/>
                </a:ext>
              </a:extLst>
            </p:cNvPr>
            <p:cNvSpPr txBox="1"/>
            <p:nvPr/>
          </p:nvSpPr>
          <p:spPr>
            <a:xfrm>
              <a:off x="2147565" y="1786443"/>
              <a:ext cx="5812998" cy="276999"/>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dirty="0">
                  <a:solidFill>
                    <a:schemeClr val="tx1">
                      <a:lumMod val="85000"/>
                      <a:lumOff val="15000"/>
                    </a:schemeClr>
                  </a:solidFill>
                  <a:cs typeface="Arial" pitchFamily="34" charset="0"/>
                </a:rPr>
                <a:t>Developer Info contains details of the developer who bult the blog and website. </a:t>
              </a:r>
              <a:endParaRPr lang="ko-KR" altLang="en-US" sz="1200" dirty="0">
                <a:solidFill>
                  <a:schemeClr val="tx1">
                    <a:lumMod val="85000"/>
                    <a:lumOff val="15000"/>
                  </a:schemeClr>
                </a:solidFill>
                <a:cs typeface="Arial" pitchFamily="34" charset="0"/>
              </a:endParaRPr>
            </a:p>
          </p:txBody>
        </p:sp>
      </p:grpSp>
      <p:sp>
        <p:nvSpPr>
          <p:cNvPr id="52" name="TextBox 51">
            <a:extLst>
              <a:ext uri="{FF2B5EF4-FFF2-40B4-BE49-F238E27FC236}">
                <a16:creationId xmlns:a16="http://schemas.microsoft.com/office/drawing/2014/main" id="{773B8366-EF8B-4544-A767-508A43629B08}"/>
              </a:ext>
            </a:extLst>
          </p:cNvPr>
          <p:cNvSpPr txBox="1"/>
          <p:nvPr/>
        </p:nvSpPr>
        <p:spPr>
          <a:xfrm>
            <a:off x="4628916" y="5508829"/>
            <a:ext cx="1040651" cy="707886"/>
          </a:xfrm>
          <a:prstGeom prst="rect">
            <a:avLst/>
          </a:prstGeom>
          <a:noFill/>
        </p:spPr>
        <p:txBody>
          <a:bodyPr wrap="square" lIns="108000" rIns="108000" rtlCol="0">
            <a:spAutoFit/>
          </a:bodyPr>
          <a:lstStyle/>
          <a:p>
            <a:pPr algn="ctr"/>
            <a:r>
              <a:rPr lang="en-US" altLang="ko-KR" sz="4000" b="1" dirty="0">
                <a:solidFill>
                  <a:schemeClr val="accent4"/>
                </a:solidFill>
                <a:cs typeface="Arial" pitchFamily="34" charset="0"/>
              </a:rPr>
              <a:t>04</a:t>
            </a:r>
            <a:endParaRPr lang="ko-KR" altLang="en-US" sz="4000" b="1" dirty="0">
              <a:solidFill>
                <a:schemeClr val="accent4"/>
              </a:solidFill>
              <a:cs typeface="Arial" pitchFamily="34" charset="0"/>
            </a:endParaRPr>
          </a:p>
        </p:txBody>
      </p:sp>
    </p:spTree>
    <p:extLst>
      <p:ext uri="{BB962C8B-B14F-4D97-AF65-F5344CB8AC3E}">
        <p14:creationId xmlns:p14="http://schemas.microsoft.com/office/powerpoint/2010/main" val="2538629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BB3ACD-39D6-4B07-B165-F979837486AA}"/>
              </a:ext>
            </a:extLst>
          </p:cNvPr>
          <p:cNvSpPr>
            <a:spLocks noGrp="1"/>
          </p:cNvSpPr>
          <p:nvPr>
            <p:ph type="body" sz="quarter" idx="10"/>
          </p:nvPr>
        </p:nvSpPr>
        <p:spPr/>
        <p:txBody>
          <a:bodyPr>
            <a:normAutofit fontScale="92500" lnSpcReduction="10000"/>
          </a:bodyPr>
          <a:lstStyle/>
          <a:p>
            <a:r>
              <a:rPr lang="en-US" dirty="0"/>
              <a:t>Menus We Have</a:t>
            </a:r>
          </a:p>
        </p:txBody>
      </p:sp>
      <p:grpSp>
        <p:nvGrpSpPr>
          <p:cNvPr id="7" name="Group 42">
            <a:extLst>
              <a:ext uri="{FF2B5EF4-FFF2-40B4-BE49-F238E27FC236}">
                <a16:creationId xmlns:a16="http://schemas.microsoft.com/office/drawing/2014/main" id="{34E31048-940E-4B7D-BB82-02C37BB6F1C3}"/>
              </a:ext>
            </a:extLst>
          </p:cNvPr>
          <p:cNvGrpSpPr/>
          <p:nvPr/>
        </p:nvGrpSpPr>
        <p:grpSpPr>
          <a:xfrm>
            <a:off x="1221995" y="4238912"/>
            <a:ext cx="1682435" cy="1944216"/>
            <a:chOff x="395536" y="4077072"/>
            <a:chExt cx="1682435" cy="1944216"/>
          </a:xfrm>
        </p:grpSpPr>
        <p:sp>
          <p:nvSpPr>
            <p:cNvPr id="8" name="Text Placeholder 18">
              <a:extLst>
                <a:ext uri="{FF2B5EF4-FFF2-40B4-BE49-F238E27FC236}">
                  <a16:creationId xmlns:a16="http://schemas.microsoft.com/office/drawing/2014/main" id="{997D8D60-2167-461D-85EA-4181FAAAB9D8}"/>
                </a:ext>
              </a:extLst>
            </p:cNvPr>
            <p:cNvSpPr txBox="1">
              <a:spLocks/>
            </p:cNvSpPr>
            <p:nvPr/>
          </p:nvSpPr>
          <p:spPr>
            <a:xfrm>
              <a:off x="395536" y="4410301"/>
              <a:ext cx="1682435" cy="31630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1400" b="1" dirty="0">
                  <a:solidFill>
                    <a:schemeClr val="accent2"/>
                  </a:solidFill>
                </a:rPr>
                <a:t>Indian </a:t>
              </a:r>
            </a:p>
          </p:txBody>
        </p:sp>
        <p:sp>
          <p:nvSpPr>
            <p:cNvPr id="9" name="TextBox 8">
              <a:extLst>
                <a:ext uri="{FF2B5EF4-FFF2-40B4-BE49-F238E27FC236}">
                  <a16:creationId xmlns:a16="http://schemas.microsoft.com/office/drawing/2014/main" id="{3CA5DBD5-D928-4AA4-A4DE-66E5F573F7BB}"/>
                </a:ext>
              </a:extLst>
            </p:cNvPr>
            <p:cNvSpPr txBox="1"/>
            <p:nvPr/>
          </p:nvSpPr>
          <p:spPr>
            <a:xfrm>
              <a:off x="395536" y="4726604"/>
              <a:ext cx="1682435" cy="646331"/>
            </a:xfrm>
            <a:prstGeom prst="rect">
              <a:avLst/>
            </a:prstGeom>
            <a:noFill/>
          </p:spPr>
          <p:txBody>
            <a:bodyPr wrap="square" rtlCol="0">
              <a:spAutoFit/>
            </a:bodyPr>
            <a:lstStyle/>
            <a:p>
              <a:pPr algn="ctr"/>
              <a:r>
                <a:rPr lang="en-US" altLang="ko-KR" sz="1200" dirty="0">
                  <a:solidFill>
                    <a:schemeClr val="bg1"/>
                  </a:solidFill>
                  <a:cs typeface="Arial" pitchFamily="34" charset="0"/>
                </a:rPr>
                <a:t>Mainly Contains Indian recipes and a mix of Indo Chinese taste.</a:t>
              </a:r>
              <a:endParaRPr lang="ko-KR" altLang="en-US" sz="1200" dirty="0">
                <a:solidFill>
                  <a:schemeClr val="bg1"/>
                </a:solidFill>
                <a:cs typeface="Arial" pitchFamily="34" charset="0"/>
              </a:endParaRPr>
            </a:p>
          </p:txBody>
        </p:sp>
        <p:grpSp>
          <p:nvGrpSpPr>
            <p:cNvPr id="10" name="Group 16">
              <a:extLst>
                <a:ext uri="{FF2B5EF4-FFF2-40B4-BE49-F238E27FC236}">
                  <a16:creationId xmlns:a16="http://schemas.microsoft.com/office/drawing/2014/main" id="{988512E7-9BB1-4653-B532-C07CD73621D1}"/>
                </a:ext>
              </a:extLst>
            </p:cNvPr>
            <p:cNvGrpSpPr/>
            <p:nvPr/>
          </p:nvGrpSpPr>
          <p:grpSpPr>
            <a:xfrm>
              <a:off x="699603" y="5712163"/>
              <a:ext cx="1074300" cy="309125"/>
              <a:chOff x="3130166" y="5667342"/>
              <a:chExt cx="1254837" cy="361074"/>
            </a:xfrm>
            <a:solidFill>
              <a:schemeClr val="bg1"/>
            </a:solidFill>
          </p:grpSpPr>
          <p:sp>
            <p:nvSpPr>
              <p:cNvPr id="12" name="Rounded Rectangle 3">
                <a:extLst>
                  <a:ext uri="{FF2B5EF4-FFF2-40B4-BE49-F238E27FC236}">
                    <a16:creationId xmlns:a16="http://schemas.microsoft.com/office/drawing/2014/main" id="{6158CBFC-9779-48A7-B035-79B928B92A82}"/>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solidFill>
                </a:endParaRPr>
              </a:p>
            </p:txBody>
          </p:sp>
          <p:sp>
            <p:nvSpPr>
              <p:cNvPr id="13" name="Rounded Rectangle 39">
                <a:extLst>
                  <a:ext uri="{FF2B5EF4-FFF2-40B4-BE49-F238E27FC236}">
                    <a16:creationId xmlns:a16="http://schemas.microsoft.com/office/drawing/2014/main" id="{A90FA2D7-4431-4913-9A8B-D74992DCBF1B}"/>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4" name="Rounded Rectangle 2">
                <a:extLst>
                  <a:ext uri="{FF2B5EF4-FFF2-40B4-BE49-F238E27FC236}">
                    <a16:creationId xmlns:a16="http://schemas.microsoft.com/office/drawing/2014/main" id="{E829C69B-5C81-4D3A-8004-58C3A3108E8C}"/>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solidFill>
                </a:endParaRPr>
              </a:p>
            </p:txBody>
          </p:sp>
        </p:grpSp>
        <p:sp>
          <p:nvSpPr>
            <p:cNvPr id="11" name="Text Placeholder 17">
              <a:extLst>
                <a:ext uri="{FF2B5EF4-FFF2-40B4-BE49-F238E27FC236}">
                  <a16:creationId xmlns:a16="http://schemas.microsoft.com/office/drawing/2014/main" id="{A3572DC7-4588-412A-9E65-A17392C9561D}"/>
                </a:ext>
              </a:extLst>
            </p:cNvPr>
            <p:cNvSpPr txBox="1">
              <a:spLocks/>
            </p:cNvSpPr>
            <p:nvPr/>
          </p:nvSpPr>
          <p:spPr>
            <a:xfrm>
              <a:off x="463716" y="4077072"/>
              <a:ext cx="1546075"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400" b="1" dirty="0">
                  <a:solidFill>
                    <a:schemeClr val="accent2"/>
                  </a:solidFill>
                  <a:cs typeface="Arial" pitchFamily="34" charset="0"/>
                </a:rPr>
                <a:t>Veg</a:t>
              </a:r>
            </a:p>
          </p:txBody>
        </p:sp>
      </p:grpSp>
      <p:grpSp>
        <p:nvGrpSpPr>
          <p:cNvPr id="15" name="Group 43">
            <a:extLst>
              <a:ext uri="{FF2B5EF4-FFF2-40B4-BE49-F238E27FC236}">
                <a16:creationId xmlns:a16="http://schemas.microsoft.com/office/drawing/2014/main" id="{CB47384E-8A74-4412-A94E-4BEC088DCD4F}"/>
              </a:ext>
            </a:extLst>
          </p:cNvPr>
          <p:cNvGrpSpPr/>
          <p:nvPr/>
        </p:nvGrpSpPr>
        <p:grpSpPr>
          <a:xfrm>
            <a:off x="3911039" y="4238912"/>
            <a:ext cx="1682435" cy="1944216"/>
            <a:chOff x="2555976" y="4077072"/>
            <a:chExt cx="1682435" cy="1944216"/>
          </a:xfrm>
        </p:grpSpPr>
        <p:sp>
          <p:nvSpPr>
            <p:cNvPr id="16" name="Text Placeholder 18">
              <a:extLst>
                <a:ext uri="{FF2B5EF4-FFF2-40B4-BE49-F238E27FC236}">
                  <a16:creationId xmlns:a16="http://schemas.microsoft.com/office/drawing/2014/main" id="{D378FF6C-BE93-4692-9254-A51D8E664AFA}"/>
                </a:ext>
              </a:extLst>
            </p:cNvPr>
            <p:cNvSpPr txBox="1">
              <a:spLocks/>
            </p:cNvSpPr>
            <p:nvPr/>
          </p:nvSpPr>
          <p:spPr>
            <a:xfrm>
              <a:off x="2555976" y="4410301"/>
              <a:ext cx="1682435" cy="31630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1400" b="1" dirty="0">
                  <a:solidFill>
                    <a:schemeClr val="accent3"/>
                  </a:solidFill>
                </a:rPr>
                <a:t>Indian/Korean</a:t>
              </a:r>
            </a:p>
          </p:txBody>
        </p:sp>
        <p:sp>
          <p:nvSpPr>
            <p:cNvPr id="17" name="TextBox 16">
              <a:extLst>
                <a:ext uri="{FF2B5EF4-FFF2-40B4-BE49-F238E27FC236}">
                  <a16:creationId xmlns:a16="http://schemas.microsoft.com/office/drawing/2014/main" id="{85ACE936-B2AC-4661-9CB6-FD128A740934}"/>
                </a:ext>
              </a:extLst>
            </p:cNvPr>
            <p:cNvSpPr txBox="1"/>
            <p:nvPr/>
          </p:nvSpPr>
          <p:spPr>
            <a:xfrm>
              <a:off x="2555976" y="4726604"/>
              <a:ext cx="1682435" cy="646331"/>
            </a:xfrm>
            <a:prstGeom prst="rect">
              <a:avLst/>
            </a:prstGeom>
            <a:noFill/>
          </p:spPr>
          <p:txBody>
            <a:bodyPr wrap="square" rtlCol="0">
              <a:spAutoFit/>
            </a:bodyPr>
            <a:lstStyle/>
            <a:p>
              <a:pPr algn="ctr"/>
              <a:r>
                <a:rPr lang="en-US" altLang="ko-KR" sz="1200" dirty="0">
                  <a:solidFill>
                    <a:schemeClr val="bg1"/>
                  </a:solidFill>
                  <a:cs typeface="Arial" pitchFamily="34" charset="0"/>
                </a:rPr>
                <a:t>Cuisines available in different ways like roast, grill, cooked and boiled.</a:t>
              </a:r>
              <a:endParaRPr lang="ko-KR" altLang="en-US" sz="1200" dirty="0">
                <a:solidFill>
                  <a:schemeClr val="bg1"/>
                </a:solidFill>
                <a:cs typeface="Arial" pitchFamily="34" charset="0"/>
              </a:endParaRPr>
            </a:p>
          </p:txBody>
        </p:sp>
        <p:grpSp>
          <p:nvGrpSpPr>
            <p:cNvPr id="18" name="Group 22">
              <a:extLst>
                <a:ext uri="{FF2B5EF4-FFF2-40B4-BE49-F238E27FC236}">
                  <a16:creationId xmlns:a16="http://schemas.microsoft.com/office/drawing/2014/main" id="{E6C87497-F018-41A7-AC0E-626202EA3AAB}"/>
                </a:ext>
              </a:extLst>
            </p:cNvPr>
            <p:cNvGrpSpPr/>
            <p:nvPr/>
          </p:nvGrpSpPr>
          <p:grpSpPr>
            <a:xfrm>
              <a:off x="2860043" y="5712163"/>
              <a:ext cx="1074300" cy="309125"/>
              <a:chOff x="3130166" y="5667342"/>
              <a:chExt cx="1254837" cy="361074"/>
            </a:xfrm>
            <a:solidFill>
              <a:schemeClr val="bg1"/>
            </a:solidFill>
          </p:grpSpPr>
          <p:sp>
            <p:nvSpPr>
              <p:cNvPr id="20" name="Rounded Rectangle 3">
                <a:extLst>
                  <a:ext uri="{FF2B5EF4-FFF2-40B4-BE49-F238E27FC236}">
                    <a16:creationId xmlns:a16="http://schemas.microsoft.com/office/drawing/2014/main" id="{25A0A7B6-8C21-4F8D-868C-FFCF284A2889}"/>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solidFill>
                </a:endParaRPr>
              </a:p>
            </p:txBody>
          </p:sp>
          <p:sp>
            <p:nvSpPr>
              <p:cNvPr id="21" name="Rounded Rectangle 39">
                <a:extLst>
                  <a:ext uri="{FF2B5EF4-FFF2-40B4-BE49-F238E27FC236}">
                    <a16:creationId xmlns:a16="http://schemas.microsoft.com/office/drawing/2014/main" id="{E05CB0E7-63C4-4EA8-BA72-DC995D227058}"/>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22" name="Rounded Rectangle 2">
                <a:extLst>
                  <a:ext uri="{FF2B5EF4-FFF2-40B4-BE49-F238E27FC236}">
                    <a16:creationId xmlns:a16="http://schemas.microsoft.com/office/drawing/2014/main" id="{13C3AF95-FC6C-4C03-AAF2-4D8520612055}"/>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solidFill>
                </a:endParaRPr>
              </a:p>
            </p:txBody>
          </p:sp>
        </p:grpSp>
        <p:sp>
          <p:nvSpPr>
            <p:cNvPr id="19" name="Text Placeholder 17">
              <a:extLst>
                <a:ext uri="{FF2B5EF4-FFF2-40B4-BE49-F238E27FC236}">
                  <a16:creationId xmlns:a16="http://schemas.microsoft.com/office/drawing/2014/main" id="{9492D3DF-156E-4A36-A0DF-64404618645B}"/>
                </a:ext>
              </a:extLst>
            </p:cNvPr>
            <p:cNvSpPr txBox="1">
              <a:spLocks/>
            </p:cNvSpPr>
            <p:nvPr/>
          </p:nvSpPr>
          <p:spPr>
            <a:xfrm>
              <a:off x="2624156" y="4077072"/>
              <a:ext cx="1546075"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400" b="1" dirty="0">
                  <a:solidFill>
                    <a:schemeClr val="accent3"/>
                  </a:solidFill>
                  <a:cs typeface="Arial" pitchFamily="34" charset="0"/>
                </a:rPr>
                <a:t>Non Veg</a:t>
              </a:r>
            </a:p>
          </p:txBody>
        </p:sp>
      </p:grpSp>
      <p:sp>
        <p:nvSpPr>
          <p:cNvPr id="50" name="Block Arc 15">
            <a:extLst>
              <a:ext uri="{FF2B5EF4-FFF2-40B4-BE49-F238E27FC236}">
                <a16:creationId xmlns:a16="http://schemas.microsoft.com/office/drawing/2014/main" id="{709C4553-AE9D-49BA-B3DA-C0CAA2CCB506}"/>
              </a:ext>
            </a:extLst>
          </p:cNvPr>
          <p:cNvSpPr/>
          <p:nvPr/>
        </p:nvSpPr>
        <p:spPr>
          <a:xfrm>
            <a:off x="6279708" y="1717243"/>
            <a:ext cx="2329578" cy="2329578"/>
          </a:xfrm>
          <a:prstGeom prst="blockArc">
            <a:avLst>
              <a:gd name="adj1" fmla="val 10800000"/>
              <a:gd name="adj2" fmla="val 112857"/>
              <a:gd name="adj3" fmla="val 4829"/>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tx1"/>
              </a:solidFill>
              <a:latin typeface="+mn-lt"/>
            </a:endParaRPr>
          </a:p>
        </p:txBody>
      </p:sp>
      <p:sp>
        <p:nvSpPr>
          <p:cNvPr id="51" name="Block Arc 15">
            <a:extLst>
              <a:ext uri="{FF2B5EF4-FFF2-40B4-BE49-F238E27FC236}">
                <a16:creationId xmlns:a16="http://schemas.microsoft.com/office/drawing/2014/main" id="{7388770B-0317-4512-B79F-B66F0E07DF91}"/>
              </a:ext>
            </a:extLst>
          </p:cNvPr>
          <p:cNvSpPr/>
          <p:nvPr/>
        </p:nvSpPr>
        <p:spPr>
          <a:xfrm>
            <a:off x="3593862" y="1717243"/>
            <a:ext cx="2329578" cy="2329578"/>
          </a:xfrm>
          <a:prstGeom prst="blockArc">
            <a:avLst>
              <a:gd name="adj1" fmla="val 10800000"/>
              <a:gd name="adj2" fmla="val 112857"/>
              <a:gd name="adj3" fmla="val 4829"/>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tx1"/>
              </a:solidFill>
              <a:latin typeface="+mn-lt"/>
            </a:endParaRPr>
          </a:p>
        </p:txBody>
      </p:sp>
      <p:pic>
        <p:nvPicPr>
          <p:cNvPr id="54" name="Picture Placeholder 53">
            <a:extLst>
              <a:ext uri="{FF2B5EF4-FFF2-40B4-BE49-F238E27FC236}">
                <a16:creationId xmlns:a16="http://schemas.microsoft.com/office/drawing/2014/main" id="{EFB3D1F1-E704-62C0-01AF-A9AD22BBFD29}"/>
              </a:ext>
            </a:extLst>
          </p:cNvPr>
          <p:cNvPicPr>
            <a:picLocks noGrp="1" noChangeAspect="1"/>
          </p:cNvPicPr>
          <p:nvPr>
            <p:ph type="pic" idx="13"/>
          </p:nvPr>
        </p:nvPicPr>
        <p:blipFill>
          <a:blip r:embed="rId2">
            <a:extLst>
              <a:ext uri="{28A0092B-C50C-407E-A947-70E740481C1C}">
                <a14:useLocalDpi xmlns:a14="http://schemas.microsoft.com/office/drawing/2010/main" val="0"/>
              </a:ext>
            </a:extLst>
          </a:blip>
          <a:srcRect l="6333" r="6333"/>
          <a:stretch>
            <a:fillRect/>
          </a:stretch>
        </p:blipFill>
        <p:spPr/>
      </p:pic>
      <p:pic>
        <p:nvPicPr>
          <p:cNvPr id="46" name="Picture Placeholder 45">
            <a:extLst>
              <a:ext uri="{FF2B5EF4-FFF2-40B4-BE49-F238E27FC236}">
                <a16:creationId xmlns:a16="http://schemas.microsoft.com/office/drawing/2014/main" id="{868E1431-74B5-C934-7CD6-70D99ACD299D}"/>
              </a:ext>
            </a:extLst>
          </p:cNvPr>
          <p:cNvPicPr>
            <a:picLocks noGrp="1" noChangeAspect="1"/>
          </p:cNvPicPr>
          <p:nvPr>
            <p:ph type="pic" idx="14"/>
          </p:nvPr>
        </p:nvPicPr>
        <p:blipFill>
          <a:blip r:embed="rId3">
            <a:extLst>
              <a:ext uri="{28A0092B-C50C-407E-A947-70E740481C1C}">
                <a14:useLocalDpi xmlns:a14="http://schemas.microsoft.com/office/drawing/2010/main" val="0"/>
              </a:ext>
            </a:extLst>
          </a:blip>
          <a:srcRect l="16667" r="16667"/>
          <a:stretch>
            <a:fillRect/>
          </a:stretch>
        </p:blipFill>
        <p:spPr/>
      </p:pic>
      <p:pic>
        <p:nvPicPr>
          <p:cNvPr id="43" name="Picture Placeholder 42">
            <a:extLst>
              <a:ext uri="{FF2B5EF4-FFF2-40B4-BE49-F238E27FC236}">
                <a16:creationId xmlns:a16="http://schemas.microsoft.com/office/drawing/2014/main" id="{A4F4C846-BBD1-663E-1347-3F89FCE69EEF}"/>
              </a:ext>
            </a:extLst>
          </p:cNvPr>
          <p:cNvPicPr>
            <a:picLocks noGrp="1" noChangeAspect="1"/>
          </p:cNvPicPr>
          <p:nvPr>
            <p:ph type="pic" idx="15"/>
          </p:nvPr>
        </p:nvPicPr>
        <p:blipFill>
          <a:blip r:embed="rId4">
            <a:extLst>
              <a:ext uri="{28A0092B-C50C-407E-A947-70E740481C1C}">
                <a14:useLocalDpi xmlns:a14="http://schemas.microsoft.com/office/drawing/2010/main" val="0"/>
              </a:ext>
            </a:extLst>
          </a:blip>
          <a:srcRect l="21848" r="21848"/>
          <a:stretch>
            <a:fillRect/>
          </a:stretch>
        </p:blipFill>
        <p:spPr/>
      </p:pic>
      <p:pic>
        <p:nvPicPr>
          <p:cNvPr id="40" name="Picture Placeholder 39">
            <a:extLst>
              <a:ext uri="{FF2B5EF4-FFF2-40B4-BE49-F238E27FC236}">
                <a16:creationId xmlns:a16="http://schemas.microsoft.com/office/drawing/2014/main" id="{6F15E783-B633-27E8-33B1-C00FC175EDA9}"/>
              </a:ext>
            </a:extLst>
          </p:cNvPr>
          <p:cNvPicPr>
            <a:picLocks noGrp="1" noChangeAspect="1"/>
          </p:cNvPicPr>
          <p:nvPr>
            <p:ph type="pic" idx="16"/>
          </p:nvPr>
        </p:nvPicPr>
        <p:blipFill>
          <a:blip r:embed="rId5">
            <a:extLst>
              <a:ext uri="{28A0092B-C50C-407E-A947-70E740481C1C}">
                <a14:useLocalDpi xmlns:a14="http://schemas.microsoft.com/office/drawing/2010/main" val="0"/>
              </a:ext>
            </a:extLst>
          </a:blip>
          <a:srcRect l="16727" r="16727"/>
          <a:stretch>
            <a:fillRect/>
          </a:stretch>
        </p:blipFill>
        <p:spPr/>
      </p:pic>
      <p:sp>
        <p:nvSpPr>
          <p:cNvPr id="3" name="Block Arc 15">
            <a:extLst>
              <a:ext uri="{FF2B5EF4-FFF2-40B4-BE49-F238E27FC236}">
                <a16:creationId xmlns:a16="http://schemas.microsoft.com/office/drawing/2014/main" id="{97ECDE9E-A3E9-E9B7-C6CB-23D9F2A29B88}"/>
              </a:ext>
            </a:extLst>
          </p:cNvPr>
          <p:cNvSpPr/>
          <p:nvPr/>
        </p:nvSpPr>
        <p:spPr>
          <a:xfrm>
            <a:off x="906757" y="1739720"/>
            <a:ext cx="2329578" cy="2329578"/>
          </a:xfrm>
          <a:prstGeom prst="blockArc">
            <a:avLst>
              <a:gd name="adj1" fmla="val 10800000"/>
              <a:gd name="adj2" fmla="val 112857"/>
              <a:gd name="adj3" fmla="val 4829"/>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tx1"/>
              </a:solidFill>
              <a:latin typeface="+mn-lt"/>
            </a:endParaRPr>
          </a:p>
        </p:txBody>
      </p:sp>
      <p:sp>
        <p:nvSpPr>
          <p:cNvPr id="5" name="Block Arc 15">
            <a:extLst>
              <a:ext uri="{FF2B5EF4-FFF2-40B4-BE49-F238E27FC236}">
                <a16:creationId xmlns:a16="http://schemas.microsoft.com/office/drawing/2014/main" id="{CCB36A56-C499-113A-514C-036DC2E8A463}"/>
              </a:ext>
            </a:extLst>
          </p:cNvPr>
          <p:cNvSpPr/>
          <p:nvPr/>
        </p:nvSpPr>
        <p:spPr>
          <a:xfrm>
            <a:off x="8968482" y="1753463"/>
            <a:ext cx="2329578" cy="2264432"/>
          </a:xfrm>
          <a:prstGeom prst="blockArc">
            <a:avLst>
              <a:gd name="adj1" fmla="val 10800000"/>
              <a:gd name="adj2" fmla="val 112857"/>
              <a:gd name="adj3" fmla="val 4829"/>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tx1"/>
              </a:solidFill>
              <a:latin typeface="+mn-lt"/>
            </a:endParaRPr>
          </a:p>
        </p:txBody>
      </p:sp>
      <p:grpSp>
        <p:nvGrpSpPr>
          <p:cNvPr id="55" name="Group 42">
            <a:extLst>
              <a:ext uri="{FF2B5EF4-FFF2-40B4-BE49-F238E27FC236}">
                <a16:creationId xmlns:a16="http://schemas.microsoft.com/office/drawing/2014/main" id="{06042E21-994D-D645-61E3-36728D0D2B84}"/>
              </a:ext>
            </a:extLst>
          </p:cNvPr>
          <p:cNvGrpSpPr/>
          <p:nvPr/>
        </p:nvGrpSpPr>
        <p:grpSpPr>
          <a:xfrm>
            <a:off x="6616164" y="4239501"/>
            <a:ext cx="1682435" cy="1944216"/>
            <a:chOff x="395536" y="4077072"/>
            <a:chExt cx="1682435" cy="1944216"/>
          </a:xfrm>
        </p:grpSpPr>
        <p:sp>
          <p:nvSpPr>
            <p:cNvPr id="56" name="Text Placeholder 18">
              <a:extLst>
                <a:ext uri="{FF2B5EF4-FFF2-40B4-BE49-F238E27FC236}">
                  <a16:creationId xmlns:a16="http://schemas.microsoft.com/office/drawing/2014/main" id="{8C111D73-A8C7-2F0E-DAE1-3B1F2CDC7542}"/>
                </a:ext>
              </a:extLst>
            </p:cNvPr>
            <p:cNvSpPr txBox="1">
              <a:spLocks/>
            </p:cNvSpPr>
            <p:nvPr/>
          </p:nvSpPr>
          <p:spPr>
            <a:xfrm>
              <a:off x="395536" y="4410301"/>
              <a:ext cx="1682435" cy="31630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1400" b="1" dirty="0">
                  <a:solidFill>
                    <a:schemeClr val="accent2"/>
                  </a:solidFill>
                </a:rPr>
                <a:t>Indian / Other</a:t>
              </a:r>
            </a:p>
          </p:txBody>
        </p:sp>
        <p:sp>
          <p:nvSpPr>
            <p:cNvPr id="57" name="TextBox 56">
              <a:extLst>
                <a:ext uri="{FF2B5EF4-FFF2-40B4-BE49-F238E27FC236}">
                  <a16:creationId xmlns:a16="http://schemas.microsoft.com/office/drawing/2014/main" id="{B0F751E3-AD6B-86AB-8E56-C5D919467B3F}"/>
                </a:ext>
              </a:extLst>
            </p:cNvPr>
            <p:cNvSpPr txBox="1"/>
            <p:nvPr/>
          </p:nvSpPr>
          <p:spPr>
            <a:xfrm>
              <a:off x="395536" y="4726604"/>
              <a:ext cx="1682435" cy="646331"/>
            </a:xfrm>
            <a:prstGeom prst="rect">
              <a:avLst/>
            </a:prstGeom>
            <a:noFill/>
          </p:spPr>
          <p:txBody>
            <a:bodyPr wrap="square" rtlCol="0">
              <a:spAutoFit/>
            </a:bodyPr>
            <a:lstStyle/>
            <a:p>
              <a:pPr algn="ctr"/>
              <a:r>
                <a:rPr lang="en-US" altLang="ko-KR" sz="1200" dirty="0">
                  <a:solidFill>
                    <a:schemeClr val="bg1"/>
                  </a:solidFill>
                  <a:cs typeface="Arial" pitchFamily="34" charset="0"/>
                </a:rPr>
                <a:t>Different </a:t>
              </a:r>
              <a:r>
                <a:rPr lang="en-US" altLang="ko-KR" sz="1200" dirty="0" err="1">
                  <a:solidFill>
                    <a:schemeClr val="bg1"/>
                  </a:solidFill>
                  <a:cs typeface="Arial" pitchFamily="34" charset="0"/>
                </a:rPr>
                <a:t>Idian</a:t>
              </a:r>
              <a:r>
                <a:rPr lang="en-US" altLang="ko-KR" sz="1200" dirty="0">
                  <a:solidFill>
                    <a:schemeClr val="bg1"/>
                  </a:solidFill>
                  <a:cs typeface="Arial" pitchFamily="34" charset="0"/>
                </a:rPr>
                <a:t> and other regional desserts and sweet dishes.</a:t>
              </a:r>
              <a:endParaRPr lang="ko-KR" altLang="en-US" sz="1200" dirty="0">
                <a:solidFill>
                  <a:schemeClr val="bg1"/>
                </a:solidFill>
                <a:cs typeface="Arial" pitchFamily="34" charset="0"/>
              </a:endParaRPr>
            </a:p>
          </p:txBody>
        </p:sp>
        <p:grpSp>
          <p:nvGrpSpPr>
            <p:cNvPr id="58" name="Group 16">
              <a:extLst>
                <a:ext uri="{FF2B5EF4-FFF2-40B4-BE49-F238E27FC236}">
                  <a16:creationId xmlns:a16="http://schemas.microsoft.com/office/drawing/2014/main" id="{C50605DB-4813-FCA5-A0FA-C0376F9448F2}"/>
                </a:ext>
              </a:extLst>
            </p:cNvPr>
            <p:cNvGrpSpPr/>
            <p:nvPr/>
          </p:nvGrpSpPr>
          <p:grpSpPr>
            <a:xfrm>
              <a:off x="699603" y="5712163"/>
              <a:ext cx="1074300" cy="309125"/>
              <a:chOff x="3130166" y="5667342"/>
              <a:chExt cx="1254837" cy="361074"/>
            </a:xfrm>
            <a:solidFill>
              <a:schemeClr val="bg1"/>
            </a:solidFill>
          </p:grpSpPr>
          <p:sp>
            <p:nvSpPr>
              <p:cNvPr id="60" name="Rounded Rectangle 3">
                <a:extLst>
                  <a:ext uri="{FF2B5EF4-FFF2-40B4-BE49-F238E27FC236}">
                    <a16:creationId xmlns:a16="http://schemas.microsoft.com/office/drawing/2014/main" id="{32E76917-A499-2CDE-6BD4-FF65363715B9}"/>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solidFill>
                </a:endParaRPr>
              </a:p>
            </p:txBody>
          </p:sp>
          <p:sp>
            <p:nvSpPr>
              <p:cNvPr id="61" name="Rounded Rectangle 39">
                <a:extLst>
                  <a:ext uri="{FF2B5EF4-FFF2-40B4-BE49-F238E27FC236}">
                    <a16:creationId xmlns:a16="http://schemas.microsoft.com/office/drawing/2014/main" id="{EEA5B3C0-B65D-CF04-2105-9AACDF310CBC}"/>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62" name="Rounded Rectangle 2">
                <a:extLst>
                  <a:ext uri="{FF2B5EF4-FFF2-40B4-BE49-F238E27FC236}">
                    <a16:creationId xmlns:a16="http://schemas.microsoft.com/office/drawing/2014/main" id="{27F97B90-3C73-93C9-E3B9-7630EDA8FEED}"/>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solidFill>
                </a:endParaRPr>
              </a:p>
            </p:txBody>
          </p:sp>
        </p:grpSp>
        <p:sp>
          <p:nvSpPr>
            <p:cNvPr id="59" name="Text Placeholder 17">
              <a:extLst>
                <a:ext uri="{FF2B5EF4-FFF2-40B4-BE49-F238E27FC236}">
                  <a16:creationId xmlns:a16="http://schemas.microsoft.com/office/drawing/2014/main" id="{A1A9D3F5-F7A6-2AC1-649E-877EC452DB57}"/>
                </a:ext>
              </a:extLst>
            </p:cNvPr>
            <p:cNvSpPr txBox="1">
              <a:spLocks/>
            </p:cNvSpPr>
            <p:nvPr/>
          </p:nvSpPr>
          <p:spPr>
            <a:xfrm>
              <a:off x="463716" y="4077072"/>
              <a:ext cx="1546075"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400" b="1" dirty="0">
                  <a:solidFill>
                    <a:schemeClr val="accent2"/>
                  </a:solidFill>
                  <a:cs typeface="Arial" pitchFamily="34" charset="0"/>
                </a:rPr>
                <a:t>Dessert</a:t>
              </a:r>
            </a:p>
          </p:txBody>
        </p:sp>
      </p:grpSp>
      <p:grpSp>
        <p:nvGrpSpPr>
          <p:cNvPr id="63" name="Group 43">
            <a:extLst>
              <a:ext uri="{FF2B5EF4-FFF2-40B4-BE49-F238E27FC236}">
                <a16:creationId xmlns:a16="http://schemas.microsoft.com/office/drawing/2014/main" id="{2C2D925D-8F20-1A28-4AD2-1337036C164A}"/>
              </a:ext>
            </a:extLst>
          </p:cNvPr>
          <p:cNvGrpSpPr/>
          <p:nvPr/>
        </p:nvGrpSpPr>
        <p:grpSpPr>
          <a:xfrm>
            <a:off x="9237028" y="4274459"/>
            <a:ext cx="1682435" cy="1944216"/>
            <a:chOff x="2555976" y="4077072"/>
            <a:chExt cx="1682435" cy="1944216"/>
          </a:xfrm>
        </p:grpSpPr>
        <p:sp>
          <p:nvSpPr>
            <p:cNvPr id="64" name="Text Placeholder 18">
              <a:extLst>
                <a:ext uri="{FF2B5EF4-FFF2-40B4-BE49-F238E27FC236}">
                  <a16:creationId xmlns:a16="http://schemas.microsoft.com/office/drawing/2014/main" id="{9E4CA4E8-0584-47C3-C673-6F304B34787E}"/>
                </a:ext>
              </a:extLst>
            </p:cNvPr>
            <p:cNvSpPr txBox="1">
              <a:spLocks/>
            </p:cNvSpPr>
            <p:nvPr/>
          </p:nvSpPr>
          <p:spPr>
            <a:xfrm>
              <a:off x="2555976" y="4410301"/>
              <a:ext cx="1682435" cy="31630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1400" b="1" dirty="0">
                  <a:solidFill>
                    <a:schemeClr val="accent3"/>
                  </a:solidFill>
                </a:rPr>
                <a:t>Various Special Drinks</a:t>
              </a:r>
            </a:p>
          </p:txBody>
        </p:sp>
        <p:sp>
          <p:nvSpPr>
            <p:cNvPr id="65" name="TextBox 64">
              <a:extLst>
                <a:ext uri="{FF2B5EF4-FFF2-40B4-BE49-F238E27FC236}">
                  <a16:creationId xmlns:a16="http://schemas.microsoft.com/office/drawing/2014/main" id="{882A5E06-477F-BA26-3CCF-4D95FB517081}"/>
                </a:ext>
              </a:extLst>
            </p:cNvPr>
            <p:cNvSpPr txBox="1"/>
            <p:nvPr/>
          </p:nvSpPr>
          <p:spPr>
            <a:xfrm>
              <a:off x="2555976" y="4804477"/>
              <a:ext cx="1682435" cy="646331"/>
            </a:xfrm>
            <a:prstGeom prst="rect">
              <a:avLst/>
            </a:prstGeom>
            <a:noFill/>
          </p:spPr>
          <p:txBody>
            <a:bodyPr wrap="square" rtlCol="0">
              <a:spAutoFit/>
            </a:bodyPr>
            <a:lstStyle/>
            <a:p>
              <a:pPr algn="ctr"/>
              <a:r>
                <a:rPr lang="en-IN" altLang="ko-KR" sz="1200" dirty="0">
                  <a:solidFill>
                    <a:schemeClr val="bg1"/>
                  </a:solidFill>
                  <a:cs typeface="Arial" pitchFamily="34" charset="0"/>
                </a:rPr>
                <a:t>Drinks  designed by our special chefs with lots of love stuffed inside. </a:t>
              </a:r>
              <a:endParaRPr lang="ko-KR" altLang="en-US" sz="1200" dirty="0">
                <a:solidFill>
                  <a:schemeClr val="bg1"/>
                </a:solidFill>
                <a:cs typeface="Arial" pitchFamily="34" charset="0"/>
              </a:endParaRPr>
            </a:p>
          </p:txBody>
        </p:sp>
        <p:grpSp>
          <p:nvGrpSpPr>
            <p:cNvPr id="66" name="Group 22">
              <a:extLst>
                <a:ext uri="{FF2B5EF4-FFF2-40B4-BE49-F238E27FC236}">
                  <a16:creationId xmlns:a16="http://schemas.microsoft.com/office/drawing/2014/main" id="{A6114BCB-434B-A5D6-A749-D08953BA40F6}"/>
                </a:ext>
              </a:extLst>
            </p:cNvPr>
            <p:cNvGrpSpPr/>
            <p:nvPr/>
          </p:nvGrpSpPr>
          <p:grpSpPr>
            <a:xfrm>
              <a:off x="2860043" y="5712163"/>
              <a:ext cx="1074300" cy="309125"/>
              <a:chOff x="3130166" y="5667342"/>
              <a:chExt cx="1254837" cy="361074"/>
            </a:xfrm>
            <a:solidFill>
              <a:schemeClr val="bg1"/>
            </a:solidFill>
          </p:grpSpPr>
          <p:sp>
            <p:nvSpPr>
              <p:cNvPr id="68" name="Rounded Rectangle 3">
                <a:extLst>
                  <a:ext uri="{FF2B5EF4-FFF2-40B4-BE49-F238E27FC236}">
                    <a16:creationId xmlns:a16="http://schemas.microsoft.com/office/drawing/2014/main" id="{B9F7EB60-8BBB-94CC-61BA-35593DF2AE32}"/>
                  </a:ext>
                </a:extLst>
              </p:cNvPr>
              <p:cNvSpPr/>
              <p:nvPr/>
            </p:nvSpPr>
            <p:spPr>
              <a:xfrm>
                <a:off x="4023929" y="5667342"/>
                <a:ext cx="361074" cy="361074"/>
              </a:xfrm>
              <a:custGeom>
                <a:avLst/>
                <a:gdLst/>
                <a:ahLst/>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48643" y="674567"/>
                      <a:pt x="3369037" y="759137"/>
                    </a:cubicBezTo>
                    <a:cubicBezTo>
                      <a:pt x="3391941" y="611142"/>
                      <a:pt x="3398988" y="447290"/>
                      <a:pt x="3443034" y="304580"/>
                    </a:cubicBezTo>
                    <a:cubicBezTo>
                      <a:pt x="3382140" y="251394"/>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solidFill>
                </a:endParaRPr>
              </a:p>
            </p:txBody>
          </p:sp>
          <p:sp>
            <p:nvSpPr>
              <p:cNvPr id="69" name="Rounded Rectangle 39">
                <a:extLst>
                  <a:ext uri="{FF2B5EF4-FFF2-40B4-BE49-F238E27FC236}">
                    <a16:creationId xmlns:a16="http://schemas.microsoft.com/office/drawing/2014/main" id="{867F4BCF-8BDB-633F-399D-4D13E3CE6F59}"/>
                  </a:ext>
                </a:extLst>
              </p:cNvPr>
              <p:cNvSpPr/>
              <p:nvPr/>
            </p:nvSpPr>
            <p:spPr>
              <a:xfrm>
                <a:off x="3130166" y="5667342"/>
                <a:ext cx="361074" cy="361074"/>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70" name="Rounded Rectangle 2">
                <a:extLst>
                  <a:ext uri="{FF2B5EF4-FFF2-40B4-BE49-F238E27FC236}">
                    <a16:creationId xmlns:a16="http://schemas.microsoft.com/office/drawing/2014/main" id="{C8C1C1E8-CE41-CACF-C5A8-63EA828B6863}"/>
                  </a:ext>
                </a:extLst>
              </p:cNvPr>
              <p:cNvSpPr/>
              <p:nvPr/>
            </p:nvSpPr>
            <p:spPr>
              <a:xfrm>
                <a:off x="3577047" y="5667342"/>
                <a:ext cx="361074" cy="361074"/>
              </a:xfrm>
              <a:custGeom>
                <a:avLst/>
                <a:gdLst/>
                <a:ahLst/>
                <a:cxnLst/>
                <a:rect l="l" t="t" r="r" b="b"/>
                <a:pathLst>
                  <a:path w="3960000" h="3960000">
                    <a:moveTo>
                      <a:pt x="3160999" y="1374274"/>
                    </a:moveTo>
                    <a:cubicBezTo>
                      <a:pt x="3161390" y="1371268"/>
                      <a:pt x="3160138" y="1380887"/>
                      <a:pt x="3155132" y="1419362"/>
                    </a:cubicBezTo>
                    <a:cubicBezTo>
                      <a:pt x="3155132" y="1419362"/>
                      <a:pt x="3155131" y="1419362"/>
                      <a:pt x="3155131" y="1419362"/>
                    </a:cubicBezTo>
                    <a:cubicBezTo>
                      <a:pt x="3155133" y="1419346"/>
                      <a:pt x="3160347" y="1379282"/>
                      <a:pt x="3160999" y="1374274"/>
                    </a:cubicBezTo>
                    <a:close/>
                    <a:moveTo>
                      <a:pt x="2538382" y="802616"/>
                    </a:moveTo>
                    <a:cubicBezTo>
                      <a:pt x="2197761" y="802616"/>
                      <a:pt x="1921633" y="1078744"/>
                      <a:pt x="1921633" y="1419365"/>
                    </a:cubicBezTo>
                    <a:cubicBezTo>
                      <a:pt x="1921633" y="1471638"/>
                      <a:pt x="1928136" y="1522392"/>
                      <a:pt x="1942445" y="1570340"/>
                    </a:cubicBezTo>
                    <a:cubicBezTo>
                      <a:pt x="1547199" y="1510736"/>
                      <a:pt x="1173928" y="1425572"/>
                      <a:pt x="752016" y="931012"/>
                    </a:cubicBezTo>
                    <a:cubicBezTo>
                      <a:pt x="555558" y="1323929"/>
                      <a:pt x="701457" y="1569504"/>
                      <a:pt x="934030" y="1745738"/>
                    </a:cubicBezTo>
                    <a:cubicBezTo>
                      <a:pt x="832912" y="1726959"/>
                      <a:pt x="757794" y="1716846"/>
                      <a:pt x="665343" y="1650397"/>
                    </a:cubicBezTo>
                    <a:cubicBezTo>
                      <a:pt x="692788" y="2037537"/>
                      <a:pt x="906583" y="2177657"/>
                      <a:pt x="1111709" y="2257108"/>
                    </a:cubicBezTo>
                    <a:cubicBezTo>
                      <a:pt x="1029370" y="2275887"/>
                      <a:pt x="986032" y="2268664"/>
                      <a:pt x="856023" y="2244108"/>
                    </a:cubicBezTo>
                    <a:cubicBezTo>
                      <a:pt x="968698" y="2582132"/>
                      <a:pt x="1241718" y="2664472"/>
                      <a:pt x="1402064" y="2660137"/>
                    </a:cubicBezTo>
                    <a:cubicBezTo>
                      <a:pt x="1212828" y="2802425"/>
                      <a:pt x="1063318" y="2869598"/>
                      <a:pt x="552668" y="2902822"/>
                    </a:cubicBezTo>
                    <a:cubicBezTo>
                      <a:pt x="978087" y="3213400"/>
                      <a:pt x="1650526" y="3189564"/>
                      <a:pt x="1978439" y="3093502"/>
                    </a:cubicBezTo>
                    <a:cubicBezTo>
                      <a:pt x="2679046" y="2850818"/>
                      <a:pt x="2894283" y="2547463"/>
                      <a:pt x="3053184" y="2031759"/>
                    </a:cubicBezTo>
                    <a:cubicBezTo>
                      <a:pt x="3132291" y="1592391"/>
                      <a:pt x="3116471" y="1716445"/>
                      <a:pt x="3155131" y="1419365"/>
                    </a:cubicBezTo>
                    <a:cubicBezTo>
                      <a:pt x="3155131" y="1419364"/>
                      <a:pt x="3155132" y="1419363"/>
                      <a:pt x="3155132" y="1419362"/>
                    </a:cubicBezTo>
                    <a:cubicBezTo>
                      <a:pt x="3257477" y="1315095"/>
                      <a:pt x="3372036" y="1223751"/>
                      <a:pt x="3407333" y="1117847"/>
                    </a:cubicBezTo>
                    <a:cubicBezTo>
                      <a:pt x="3307709" y="1140260"/>
                      <a:pt x="3221086" y="1197342"/>
                      <a:pt x="3108461" y="1185086"/>
                    </a:cubicBezTo>
                    <a:cubicBezTo>
                      <a:pt x="3188365" y="1141325"/>
                      <a:pt x="3284860" y="1028153"/>
                      <a:pt x="3334650" y="883134"/>
                    </a:cubicBezTo>
                    <a:cubicBezTo>
                      <a:pt x="3225580" y="952795"/>
                      <a:pt x="3152155" y="998691"/>
                      <a:pt x="2995677" y="1008938"/>
                    </a:cubicBezTo>
                    <a:cubicBezTo>
                      <a:pt x="2884471" y="881691"/>
                      <a:pt x="2720661" y="802616"/>
                      <a:pt x="2538382" y="80261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tx1"/>
                  </a:solidFill>
                </a:endParaRPr>
              </a:p>
            </p:txBody>
          </p:sp>
        </p:grpSp>
        <p:sp>
          <p:nvSpPr>
            <p:cNvPr id="67" name="Text Placeholder 17">
              <a:extLst>
                <a:ext uri="{FF2B5EF4-FFF2-40B4-BE49-F238E27FC236}">
                  <a16:creationId xmlns:a16="http://schemas.microsoft.com/office/drawing/2014/main" id="{FA2813C3-A121-720A-A67F-F99B21275826}"/>
                </a:ext>
              </a:extLst>
            </p:cNvPr>
            <p:cNvSpPr txBox="1">
              <a:spLocks/>
            </p:cNvSpPr>
            <p:nvPr/>
          </p:nvSpPr>
          <p:spPr>
            <a:xfrm>
              <a:off x="2624156" y="4077072"/>
              <a:ext cx="1546075"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400" b="1" dirty="0">
                  <a:solidFill>
                    <a:schemeClr val="accent3"/>
                  </a:solidFill>
                  <a:cs typeface="Arial" pitchFamily="34" charset="0"/>
                </a:rPr>
                <a:t>Indian Drinks</a:t>
              </a:r>
            </a:p>
          </p:txBody>
        </p:sp>
      </p:grpSp>
    </p:spTree>
    <p:extLst>
      <p:ext uri="{BB962C8B-B14F-4D97-AF65-F5344CB8AC3E}">
        <p14:creationId xmlns:p14="http://schemas.microsoft.com/office/powerpoint/2010/main" val="141078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B95E62F4-B7F9-4773-848B-830D780DC37C}"/>
              </a:ext>
            </a:extLst>
          </p:cNvPr>
          <p:cNvGrpSpPr/>
          <p:nvPr/>
        </p:nvGrpSpPr>
        <p:grpSpPr>
          <a:xfrm rot="2059766">
            <a:off x="4257557" y="740171"/>
            <a:ext cx="2946486" cy="4718082"/>
            <a:chOff x="4180371" y="4337252"/>
            <a:chExt cx="1369013" cy="2192142"/>
          </a:xfrm>
          <a:noFill/>
        </p:grpSpPr>
        <p:sp>
          <p:nvSpPr>
            <p:cNvPr id="14" name="Freeform: Shape 13">
              <a:extLst>
                <a:ext uri="{FF2B5EF4-FFF2-40B4-BE49-F238E27FC236}">
                  <a16:creationId xmlns:a16="http://schemas.microsoft.com/office/drawing/2014/main" id="{7991F4D8-4C38-4FB3-BED0-E70212CE6E2D}"/>
                </a:ext>
              </a:extLst>
            </p:cNvPr>
            <p:cNvSpPr/>
            <p:nvPr/>
          </p:nvSpPr>
          <p:spPr>
            <a:xfrm>
              <a:off x="4311134" y="5863156"/>
              <a:ext cx="9525" cy="9525"/>
            </a:xfrm>
            <a:custGeom>
              <a:avLst/>
              <a:gdLst>
                <a:gd name="connsiteX0" fmla="*/ 0 w 0"/>
                <a:gd name="connsiteY0" fmla="*/ 953 h 0"/>
                <a:gd name="connsiteX1" fmla="*/ 5715 w 0"/>
                <a:gd name="connsiteY1" fmla="*/ 0 h 0"/>
                <a:gd name="connsiteX2" fmla="*/ 4763 w 0"/>
                <a:gd name="connsiteY2" fmla="*/ 3810 h 0"/>
                <a:gd name="connsiteX3" fmla="*/ 0 w 0"/>
                <a:gd name="connsiteY3" fmla="*/ 953 h 0"/>
                <a:gd name="connsiteX4" fmla="*/ 0 w 0"/>
                <a:gd name="connsiteY4" fmla="*/ 953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0" y="953"/>
                  </a:moveTo>
                  <a:cubicBezTo>
                    <a:pt x="1905" y="953"/>
                    <a:pt x="3810" y="0"/>
                    <a:pt x="5715" y="0"/>
                  </a:cubicBezTo>
                  <a:cubicBezTo>
                    <a:pt x="5715" y="953"/>
                    <a:pt x="5715" y="2858"/>
                    <a:pt x="4763" y="3810"/>
                  </a:cubicBezTo>
                  <a:cubicBezTo>
                    <a:pt x="3810" y="2858"/>
                    <a:pt x="2857" y="953"/>
                    <a:pt x="0" y="953"/>
                  </a:cubicBezTo>
                  <a:cubicBezTo>
                    <a:pt x="952" y="0"/>
                    <a:pt x="0" y="953"/>
                    <a:pt x="0" y="953"/>
                  </a:cubicBezTo>
                  <a:close/>
                </a:path>
              </a:pathLst>
            </a:custGeom>
            <a:grpFill/>
            <a:ln w="19050" cap="flat">
              <a:solidFill>
                <a:schemeClr val="bg1">
                  <a:alpha val="40000"/>
                </a:schemeClr>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5A4AE82-1089-4304-A287-4D18140A344E}"/>
                </a:ext>
              </a:extLst>
            </p:cNvPr>
            <p:cNvSpPr/>
            <p:nvPr/>
          </p:nvSpPr>
          <p:spPr>
            <a:xfrm>
              <a:off x="4180371" y="4633919"/>
              <a:ext cx="1257300" cy="1895475"/>
            </a:xfrm>
            <a:custGeom>
              <a:avLst/>
              <a:gdLst>
                <a:gd name="connsiteX0" fmla="*/ 271 w 1257300"/>
                <a:gd name="connsiteY0" fmla="*/ 265307 h 1895475"/>
                <a:gd name="connsiteX1" fmla="*/ 114571 w 1257300"/>
                <a:gd name="connsiteY1" fmla="*/ 86237 h 1895475"/>
                <a:gd name="connsiteX2" fmla="*/ 1168036 w 1257300"/>
                <a:gd name="connsiteY2" fmla="*/ 94809 h 1895475"/>
                <a:gd name="connsiteX3" fmla="*/ 1262333 w 1257300"/>
                <a:gd name="connsiteY3" fmla="*/ 204347 h 1895475"/>
                <a:gd name="connsiteX4" fmla="*/ 1110886 w 1257300"/>
                <a:gd name="connsiteY4" fmla="*/ 1710250 h 1895475"/>
                <a:gd name="connsiteX5" fmla="*/ 915623 w 1257300"/>
                <a:gd name="connsiteY5" fmla="*/ 1897892 h 1895475"/>
                <a:gd name="connsiteX6" fmla="*/ 344123 w 1257300"/>
                <a:gd name="connsiteY6" fmla="*/ 1897892 h 1895475"/>
                <a:gd name="connsiteX7" fmla="*/ 156481 w 1257300"/>
                <a:gd name="connsiteY7" fmla="*/ 1718822 h 1895475"/>
                <a:gd name="connsiteX8" fmla="*/ 271 w 1257300"/>
                <a:gd name="connsiteY8" fmla="*/ 265307 h 189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7300" h="1895475">
                  <a:moveTo>
                    <a:pt x="271" y="265307"/>
                  </a:moveTo>
                  <a:cubicBezTo>
                    <a:pt x="271" y="265307"/>
                    <a:pt x="-11159" y="129100"/>
                    <a:pt x="114571" y="86237"/>
                  </a:cubicBezTo>
                  <a:cubicBezTo>
                    <a:pt x="413656" y="-15680"/>
                    <a:pt x="744173" y="-44255"/>
                    <a:pt x="1168036" y="94809"/>
                  </a:cubicBezTo>
                  <a:cubicBezTo>
                    <a:pt x="1244236" y="119575"/>
                    <a:pt x="1262333" y="163390"/>
                    <a:pt x="1262333" y="204347"/>
                  </a:cubicBezTo>
                  <a:cubicBezTo>
                    <a:pt x="1262333" y="245305"/>
                    <a:pt x="1123268" y="1672150"/>
                    <a:pt x="1110886" y="1710250"/>
                  </a:cubicBezTo>
                  <a:cubicBezTo>
                    <a:pt x="1098503" y="1748350"/>
                    <a:pt x="1055641" y="1897892"/>
                    <a:pt x="915623" y="1897892"/>
                  </a:cubicBezTo>
                  <a:cubicBezTo>
                    <a:pt x="775606" y="1896940"/>
                    <a:pt x="223156" y="1897892"/>
                    <a:pt x="344123" y="1897892"/>
                  </a:cubicBezTo>
                  <a:cubicBezTo>
                    <a:pt x="465091" y="1897892"/>
                    <a:pt x="183151" y="1935040"/>
                    <a:pt x="156481" y="1718822"/>
                  </a:cubicBezTo>
                  <a:cubicBezTo>
                    <a:pt x="129811" y="1502605"/>
                    <a:pt x="271" y="265307"/>
                    <a:pt x="271" y="265307"/>
                  </a:cubicBezTo>
                  <a:close/>
                </a:path>
              </a:pathLst>
            </a:custGeom>
            <a:grpFill/>
            <a:ln w="19050" cap="flat">
              <a:solidFill>
                <a:schemeClr val="bg1">
                  <a:alpha val="40000"/>
                </a:schemeClr>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3966887-5C1B-4082-9EE8-DFB9822827A6}"/>
                </a:ext>
              </a:extLst>
            </p:cNvPr>
            <p:cNvSpPr/>
            <p:nvPr/>
          </p:nvSpPr>
          <p:spPr>
            <a:xfrm>
              <a:off x="4267049" y="4720003"/>
              <a:ext cx="1085850" cy="1743075"/>
            </a:xfrm>
            <a:custGeom>
              <a:avLst/>
              <a:gdLst>
                <a:gd name="connsiteX0" fmla="*/ 270 w 1085850"/>
                <a:gd name="connsiteY0" fmla="*/ 243993 h 1743075"/>
                <a:gd name="connsiteX1" fmla="*/ 99330 w 1085850"/>
                <a:gd name="connsiteY1" fmla="*/ 79211 h 1743075"/>
                <a:gd name="connsiteX2" fmla="*/ 1008015 w 1085850"/>
                <a:gd name="connsiteY2" fmla="*/ 86831 h 1743075"/>
                <a:gd name="connsiteX3" fmla="*/ 1089930 w 1085850"/>
                <a:gd name="connsiteY3" fmla="*/ 187796 h 1743075"/>
                <a:gd name="connsiteX4" fmla="*/ 958485 w 1085850"/>
                <a:gd name="connsiteY4" fmla="*/ 1573683 h 1743075"/>
                <a:gd name="connsiteX5" fmla="*/ 789893 w 1085850"/>
                <a:gd name="connsiteY5" fmla="*/ 1746086 h 1743075"/>
                <a:gd name="connsiteX6" fmla="*/ 296498 w 1085850"/>
                <a:gd name="connsiteY6" fmla="*/ 1746086 h 1743075"/>
                <a:gd name="connsiteX7" fmla="*/ 134573 w 1085850"/>
                <a:gd name="connsiteY7" fmla="*/ 1581303 h 1743075"/>
                <a:gd name="connsiteX8" fmla="*/ 270 w 1085850"/>
                <a:gd name="connsiteY8" fmla="*/ 243993 h 174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850" h="1743075">
                  <a:moveTo>
                    <a:pt x="270" y="243993"/>
                  </a:moveTo>
                  <a:cubicBezTo>
                    <a:pt x="270" y="243993"/>
                    <a:pt x="-10207" y="119216"/>
                    <a:pt x="99330" y="79211"/>
                  </a:cubicBezTo>
                  <a:cubicBezTo>
                    <a:pt x="357458" y="-14134"/>
                    <a:pt x="642255" y="-40804"/>
                    <a:pt x="1008015" y="86831"/>
                  </a:cubicBezTo>
                  <a:cubicBezTo>
                    <a:pt x="1073738" y="109691"/>
                    <a:pt x="1089930" y="149696"/>
                    <a:pt x="1089930" y="187796"/>
                  </a:cubicBezTo>
                  <a:cubicBezTo>
                    <a:pt x="1089930" y="225896"/>
                    <a:pt x="969915" y="1538441"/>
                    <a:pt x="958485" y="1573683"/>
                  </a:cubicBezTo>
                  <a:cubicBezTo>
                    <a:pt x="948008" y="1608926"/>
                    <a:pt x="910860" y="1747038"/>
                    <a:pt x="789893" y="1746086"/>
                  </a:cubicBezTo>
                  <a:cubicBezTo>
                    <a:pt x="668925" y="1745133"/>
                    <a:pt x="192675" y="1746086"/>
                    <a:pt x="296498" y="1746086"/>
                  </a:cubicBezTo>
                  <a:cubicBezTo>
                    <a:pt x="400320" y="1746086"/>
                    <a:pt x="157433" y="1780376"/>
                    <a:pt x="134573" y="1581303"/>
                  </a:cubicBezTo>
                  <a:cubicBezTo>
                    <a:pt x="111713" y="1382231"/>
                    <a:pt x="270" y="243993"/>
                    <a:pt x="270" y="243993"/>
                  </a:cubicBezTo>
                  <a:close/>
                </a:path>
              </a:pathLst>
            </a:custGeom>
            <a:grpFill/>
            <a:ln w="19050" cap="flat">
              <a:solidFill>
                <a:schemeClr val="bg1">
                  <a:alpha val="40000"/>
                </a:schemeClr>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5927544-A430-45EB-89AF-284F2889E83D}"/>
                </a:ext>
              </a:extLst>
            </p:cNvPr>
            <p:cNvSpPr/>
            <p:nvPr/>
          </p:nvSpPr>
          <p:spPr>
            <a:xfrm>
              <a:off x="4368063" y="5264768"/>
              <a:ext cx="885825" cy="1133475"/>
            </a:xfrm>
            <a:custGeom>
              <a:avLst/>
              <a:gdLst>
                <a:gd name="connsiteX0" fmla="*/ 221 w 885825"/>
                <a:gd name="connsiteY0" fmla="*/ 158333 h 1133475"/>
                <a:gd name="connsiteX1" fmla="*/ 81184 w 885825"/>
                <a:gd name="connsiteY1" fmla="*/ 51653 h 1133475"/>
                <a:gd name="connsiteX2" fmla="*/ 822229 w 885825"/>
                <a:gd name="connsiteY2" fmla="*/ 56416 h 1133475"/>
                <a:gd name="connsiteX3" fmla="*/ 888904 w 885825"/>
                <a:gd name="connsiteY3" fmla="*/ 122138 h 1133475"/>
                <a:gd name="connsiteX4" fmla="*/ 782224 w 885825"/>
                <a:gd name="connsiteY4" fmla="*/ 1026061 h 1133475"/>
                <a:gd name="connsiteX5" fmla="*/ 645064 w 885825"/>
                <a:gd name="connsiteY5" fmla="*/ 1138456 h 1133475"/>
                <a:gd name="connsiteX6" fmla="*/ 243109 w 885825"/>
                <a:gd name="connsiteY6" fmla="*/ 1138456 h 1133475"/>
                <a:gd name="connsiteX7" fmla="*/ 110711 w 885825"/>
                <a:gd name="connsiteY7" fmla="*/ 1030824 h 1133475"/>
                <a:gd name="connsiteX8" fmla="*/ 221 w 885825"/>
                <a:gd name="connsiteY8" fmla="*/ 158333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5825" h="1133475">
                  <a:moveTo>
                    <a:pt x="221" y="158333"/>
                  </a:moveTo>
                  <a:cubicBezTo>
                    <a:pt x="221" y="158333"/>
                    <a:pt x="-8351" y="76418"/>
                    <a:pt x="81184" y="51653"/>
                  </a:cubicBezTo>
                  <a:cubicBezTo>
                    <a:pt x="291686" y="-9307"/>
                    <a:pt x="524096" y="-26452"/>
                    <a:pt x="822229" y="56416"/>
                  </a:cubicBezTo>
                  <a:cubicBezTo>
                    <a:pt x="875569" y="71656"/>
                    <a:pt x="888904" y="97373"/>
                    <a:pt x="888904" y="122138"/>
                  </a:cubicBezTo>
                  <a:cubicBezTo>
                    <a:pt x="888904" y="146903"/>
                    <a:pt x="790796" y="1003201"/>
                    <a:pt x="782224" y="1026061"/>
                  </a:cubicBezTo>
                  <a:cubicBezTo>
                    <a:pt x="773651" y="1048921"/>
                    <a:pt x="743171" y="1138456"/>
                    <a:pt x="645064" y="1138456"/>
                  </a:cubicBezTo>
                  <a:cubicBezTo>
                    <a:pt x="546956" y="1138456"/>
                    <a:pt x="158336" y="1138456"/>
                    <a:pt x="243109" y="1138456"/>
                  </a:cubicBezTo>
                  <a:cubicBezTo>
                    <a:pt x="327881" y="1138456"/>
                    <a:pt x="129761" y="1160363"/>
                    <a:pt x="110711" y="1030824"/>
                  </a:cubicBezTo>
                  <a:cubicBezTo>
                    <a:pt x="91661" y="901283"/>
                    <a:pt x="221" y="158333"/>
                    <a:pt x="221" y="158333"/>
                  </a:cubicBezTo>
                  <a:close/>
                </a:path>
              </a:pathLst>
            </a:custGeom>
            <a:grpFill/>
            <a:ln w="19050" cap="flat">
              <a:solidFill>
                <a:schemeClr val="bg1">
                  <a:alpha val="40000"/>
                </a:schemeClr>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7D1DA8F-0C40-470E-B108-F53D87B985FD}"/>
                </a:ext>
              </a:extLst>
            </p:cNvPr>
            <p:cNvSpPr/>
            <p:nvPr/>
          </p:nvSpPr>
          <p:spPr>
            <a:xfrm>
              <a:off x="4556879" y="5540259"/>
              <a:ext cx="123825" cy="123825"/>
            </a:xfrm>
            <a:custGeom>
              <a:avLst/>
              <a:gdLst>
                <a:gd name="connsiteX0" fmla="*/ 123825 w 123825"/>
                <a:gd name="connsiteY0" fmla="*/ 61913 h 123825"/>
                <a:gd name="connsiteX1" fmla="*/ 61912 w 123825"/>
                <a:gd name="connsiteY1" fmla="*/ 123825 h 123825"/>
                <a:gd name="connsiteX2" fmla="*/ 0 w 123825"/>
                <a:gd name="connsiteY2" fmla="*/ 61913 h 123825"/>
                <a:gd name="connsiteX3" fmla="*/ 61912 w 123825"/>
                <a:gd name="connsiteY3" fmla="*/ 0 h 123825"/>
                <a:gd name="connsiteX4" fmla="*/ 123825 w 123825"/>
                <a:gd name="connsiteY4" fmla="*/ 61913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825" y="61913"/>
                  </a:moveTo>
                  <a:cubicBezTo>
                    <a:pt x="123825" y="96106"/>
                    <a:pt x="96106" y="123825"/>
                    <a:pt x="61912" y="123825"/>
                  </a:cubicBezTo>
                  <a:cubicBezTo>
                    <a:pt x="27719" y="123825"/>
                    <a:pt x="0" y="96106"/>
                    <a:pt x="0" y="61913"/>
                  </a:cubicBezTo>
                  <a:cubicBezTo>
                    <a:pt x="0" y="27719"/>
                    <a:pt x="27719" y="0"/>
                    <a:pt x="61912" y="0"/>
                  </a:cubicBezTo>
                  <a:cubicBezTo>
                    <a:pt x="96106" y="0"/>
                    <a:pt x="123825" y="27719"/>
                    <a:pt x="123825" y="61913"/>
                  </a:cubicBezTo>
                  <a:close/>
                </a:path>
              </a:pathLst>
            </a:custGeom>
            <a:grpFill/>
            <a:ln w="19050" cap="flat">
              <a:solidFill>
                <a:schemeClr val="bg1">
                  <a:alpha val="40000"/>
                </a:schemeClr>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F120814-69EB-4D0C-B897-C263E5E2816B}"/>
                </a:ext>
              </a:extLst>
            </p:cNvPr>
            <p:cNvSpPr/>
            <p:nvPr/>
          </p:nvSpPr>
          <p:spPr>
            <a:xfrm>
              <a:off x="4461629" y="5436436"/>
              <a:ext cx="85725" cy="85725"/>
            </a:xfrm>
            <a:custGeom>
              <a:avLst/>
              <a:gdLst>
                <a:gd name="connsiteX0" fmla="*/ 87630 w 85725"/>
                <a:gd name="connsiteY0" fmla="*/ 43815 h 85725"/>
                <a:gd name="connsiteX1" fmla="*/ 43815 w 85725"/>
                <a:gd name="connsiteY1" fmla="*/ 87630 h 85725"/>
                <a:gd name="connsiteX2" fmla="*/ 0 w 85725"/>
                <a:gd name="connsiteY2" fmla="*/ 43815 h 85725"/>
                <a:gd name="connsiteX3" fmla="*/ 43815 w 85725"/>
                <a:gd name="connsiteY3" fmla="*/ 0 h 85725"/>
                <a:gd name="connsiteX4" fmla="*/ 87630 w 85725"/>
                <a:gd name="connsiteY4" fmla="*/ 43815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630" y="43815"/>
                  </a:moveTo>
                  <a:cubicBezTo>
                    <a:pt x="87630" y="68013"/>
                    <a:pt x="68013" y="87630"/>
                    <a:pt x="43815" y="87630"/>
                  </a:cubicBezTo>
                  <a:cubicBezTo>
                    <a:pt x="19617" y="87630"/>
                    <a:pt x="0" y="68013"/>
                    <a:pt x="0" y="43815"/>
                  </a:cubicBezTo>
                  <a:cubicBezTo>
                    <a:pt x="0" y="19617"/>
                    <a:pt x="19617" y="0"/>
                    <a:pt x="43815" y="0"/>
                  </a:cubicBezTo>
                  <a:cubicBezTo>
                    <a:pt x="68013" y="0"/>
                    <a:pt x="87630" y="19617"/>
                    <a:pt x="87630" y="43815"/>
                  </a:cubicBezTo>
                  <a:close/>
                </a:path>
              </a:pathLst>
            </a:custGeom>
            <a:grpFill/>
            <a:ln w="19050" cap="flat">
              <a:solidFill>
                <a:schemeClr val="bg1">
                  <a:alpha val="40000"/>
                </a:schemeClr>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F91EC1A-97DD-4DCC-8C13-E8219702C2A1}"/>
                </a:ext>
              </a:extLst>
            </p:cNvPr>
            <p:cNvSpPr/>
            <p:nvPr/>
          </p:nvSpPr>
          <p:spPr>
            <a:xfrm>
              <a:off x="4687782" y="4337252"/>
              <a:ext cx="861602" cy="2023603"/>
            </a:xfrm>
            <a:custGeom>
              <a:avLst/>
              <a:gdLst>
                <a:gd name="connsiteX0" fmla="*/ 641985 w 638175"/>
                <a:gd name="connsiteY0" fmla="*/ 62865 h 1171575"/>
                <a:gd name="connsiteX1" fmla="*/ 644843 w 638175"/>
                <a:gd name="connsiteY1" fmla="*/ 0 h 1171575"/>
                <a:gd name="connsiteX2" fmla="*/ 356235 w 638175"/>
                <a:gd name="connsiteY2" fmla="*/ 0 h 1171575"/>
                <a:gd name="connsiteX3" fmla="*/ 282893 w 638175"/>
                <a:gd name="connsiteY3" fmla="*/ 57150 h 1171575"/>
                <a:gd name="connsiteX4" fmla="*/ 0 w 638175"/>
                <a:gd name="connsiteY4" fmla="*/ 1163003 h 1171575"/>
                <a:gd name="connsiteX5" fmla="*/ 60008 w 638175"/>
                <a:gd name="connsiteY5" fmla="*/ 1178243 h 1171575"/>
                <a:gd name="connsiteX6" fmla="*/ 325755 w 638175"/>
                <a:gd name="connsiteY6" fmla="*/ 140018 h 1171575"/>
                <a:gd name="connsiteX7" fmla="*/ 403860 w 638175"/>
                <a:gd name="connsiteY7" fmla="*/ 62865 h 1171575"/>
                <a:gd name="connsiteX8" fmla="*/ 641985 w 638175"/>
                <a:gd name="connsiteY8" fmla="*/ 62865 h 1171575"/>
                <a:gd name="connsiteX0" fmla="*/ 858744 w 861602"/>
                <a:gd name="connsiteY0" fmla="*/ 62865 h 2013804"/>
                <a:gd name="connsiteX1" fmla="*/ 861602 w 861602"/>
                <a:gd name="connsiteY1" fmla="*/ 0 h 2013804"/>
                <a:gd name="connsiteX2" fmla="*/ 572994 w 861602"/>
                <a:gd name="connsiteY2" fmla="*/ 0 h 2013804"/>
                <a:gd name="connsiteX3" fmla="*/ 499652 w 861602"/>
                <a:gd name="connsiteY3" fmla="*/ 57150 h 2013804"/>
                <a:gd name="connsiteX4" fmla="*/ 0 w 861602"/>
                <a:gd name="connsiteY4" fmla="*/ 2013782 h 2013804"/>
                <a:gd name="connsiteX5" fmla="*/ 276767 w 861602"/>
                <a:gd name="connsiteY5" fmla="*/ 1178243 h 2013804"/>
                <a:gd name="connsiteX6" fmla="*/ 542514 w 861602"/>
                <a:gd name="connsiteY6" fmla="*/ 140018 h 2013804"/>
                <a:gd name="connsiteX7" fmla="*/ 620619 w 861602"/>
                <a:gd name="connsiteY7" fmla="*/ 62865 h 2013804"/>
                <a:gd name="connsiteX8" fmla="*/ 858744 w 861602"/>
                <a:gd name="connsiteY8" fmla="*/ 62865 h 2013804"/>
                <a:gd name="connsiteX0" fmla="*/ 858744 w 861602"/>
                <a:gd name="connsiteY0" fmla="*/ 62865 h 2023603"/>
                <a:gd name="connsiteX1" fmla="*/ 861602 w 861602"/>
                <a:gd name="connsiteY1" fmla="*/ 0 h 2023603"/>
                <a:gd name="connsiteX2" fmla="*/ 572994 w 861602"/>
                <a:gd name="connsiteY2" fmla="*/ 0 h 2023603"/>
                <a:gd name="connsiteX3" fmla="*/ 499652 w 861602"/>
                <a:gd name="connsiteY3" fmla="*/ 57150 h 2023603"/>
                <a:gd name="connsiteX4" fmla="*/ 0 w 861602"/>
                <a:gd name="connsiteY4" fmla="*/ 2013782 h 2023603"/>
                <a:gd name="connsiteX5" fmla="*/ 54589 w 861602"/>
                <a:gd name="connsiteY5" fmla="*/ 2023603 h 2023603"/>
                <a:gd name="connsiteX6" fmla="*/ 542514 w 861602"/>
                <a:gd name="connsiteY6" fmla="*/ 140018 h 2023603"/>
                <a:gd name="connsiteX7" fmla="*/ 620619 w 861602"/>
                <a:gd name="connsiteY7" fmla="*/ 62865 h 2023603"/>
                <a:gd name="connsiteX8" fmla="*/ 858744 w 861602"/>
                <a:gd name="connsiteY8" fmla="*/ 62865 h 2023603"/>
                <a:gd name="connsiteX0" fmla="*/ 858744 w 861602"/>
                <a:gd name="connsiteY0" fmla="*/ 62865 h 2023603"/>
                <a:gd name="connsiteX1" fmla="*/ 861602 w 861602"/>
                <a:gd name="connsiteY1" fmla="*/ 0 h 2023603"/>
                <a:gd name="connsiteX2" fmla="*/ 572994 w 861602"/>
                <a:gd name="connsiteY2" fmla="*/ 0 h 2023603"/>
                <a:gd name="connsiteX3" fmla="*/ 499652 w 861602"/>
                <a:gd name="connsiteY3" fmla="*/ 57150 h 2023603"/>
                <a:gd name="connsiteX4" fmla="*/ 0 w 861602"/>
                <a:gd name="connsiteY4" fmla="*/ 2013782 h 2023603"/>
                <a:gd name="connsiteX5" fmla="*/ 54589 w 861602"/>
                <a:gd name="connsiteY5" fmla="*/ 2023603 h 2023603"/>
                <a:gd name="connsiteX6" fmla="*/ 542514 w 861602"/>
                <a:gd name="connsiteY6" fmla="*/ 140018 h 2023603"/>
                <a:gd name="connsiteX7" fmla="*/ 620619 w 861602"/>
                <a:gd name="connsiteY7" fmla="*/ 62865 h 2023603"/>
                <a:gd name="connsiteX8" fmla="*/ 858744 w 861602"/>
                <a:gd name="connsiteY8" fmla="*/ 62865 h 202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1602" h="2023603">
                  <a:moveTo>
                    <a:pt x="858744" y="62865"/>
                  </a:moveTo>
                  <a:lnTo>
                    <a:pt x="861602" y="0"/>
                  </a:lnTo>
                  <a:lnTo>
                    <a:pt x="572994" y="0"/>
                  </a:lnTo>
                  <a:cubicBezTo>
                    <a:pt x="538704" y="0"/>
                    <a:pt x="508224" y="23813"/>
                    <a:pt x="499652" y="57150"/>
                  </a:cubicBezTo>
                  <a:lnTo>
                    <a:pt x="0" y="2013782"/>
                  </a:lnTo>
                  <a:cubicBezTo>
                    <a:pt x="20003" y="2018862"/>
                    <a:pt x="34586" y="2018523"/>
                    <a:pt x="54589" y="2023603"/>
                  </a:cubicBezTo>
                  <a:lnTo>
                    <a:pt x="542514" y="140018"/>
                  </a:lnTo>
                  <a:cubicBezTo>
                    <a:pt x="554897" y="97155"/>
                    <a:pt x="551087" y="62865"/>
                    <a:pt x="620619" y="62865"/>
                  </a:cubicBezTo>
                  <a:lnTo>
                    <a:pt x="858744" y="62865"/>
                  </a:lnTo>
                  <a:close/>
                </a:path>
              </a:pathLst>
            </a:custGeom>
            <a:grpFill/>
            <a:ln w="19050" cap="flat">
              <a:solidFill>
                <a:schemeClr val="bg1">
                  <a:alpha val="40000"/>
                </a:schemeClr>
              </a:solidFill>
              <a:prstDash val="solid"/>
              <a:miter/>
            </a:ln>
          </p:spPr>
          <p:txBody>
            <a:bodyPr rtlCol="0" anchor="ctr"/>
            <a:lstStyle/>
            <a:p>
              <a:endParaRPr lang="en-US"/>
            </a:p>
          </p:txBody>
        </p:sp>
      </p:grpSp>
      <p:sp>
        <p:nvSpPr>
          <p:cNvPr id="21" name="TextBox 20">
            <a:extLst>
              <a:ext uri="{FF2B5EF4-FFF2-40B4-BE49-F238E27FC236}">
                <a16:creationId xmlns:a16="http://schemas.microsoft.com/office/drawing/2014/main" id="{F1FD4771-50CE-454B-8E19-420F971589E6}"/>
              </a:ext>
            </a:extLst>
          </p:cNvPr>
          <p:cNvSpPr txBox="1"/>
          <p:nvPr/>
        </p:nvSpPr>
        <p:spPr>
          <a:xfrm>
            <a:off x="8162925" y="4079854"/>
            <a:ext cx="3414277" cy="1754326"/>
          </a:xfrm>
          <a:prstGeom prst="rect">
            <a:avLst/>
          </a:prstGeom>
          <a:noFill/>
        </p:spPr>
        <p:txBody>
          <a:bodyPr wrap="square" rtlCol="0">
            <a:spAutoFit/>
          </a:bodyPr>
          <a:lstStyle/>
          <a:p>
            <a:pPr algn="r"/>
            <a:r>
              <a:rPr lang="en-US" altLang="ko-KR" dirty="0">
                <a:solidFill>
                  <a:schemeClr val="bg1"/>
                </a:solidFill>
                <a:cs typeface="Arial" pitchFamily="34" charset="0"/>
              </a:rPr>
              <a:t>Can be utilized for collecting users feedback and inquiries .Users can submit their questions or concerns through the form and then the support team can access and respond to their queries. </a:t>
            </a:r>
          </a:p>
        </p:txBody>
      </p:sp>
      <p:sp>
        <p:nvSpPr>
          <p:cNvPr id="22" name="TextBox 21">
            <a:extLst>
              <a:ext uri="{FF2B5EF4-FFF2-40B4-BE49-F238E27FC236}">
                <a16:creationId xmlns:a16="http://schemas.microsoft.com/office/drawing/2014/main" id="{67A416A8-3114-4946-8EDD-360B357BC44C}"/>
              </a:ext>
            </a:extLst>
          </p:cNvPr>
          <p:cNvSpPr txBox="1"/>
          <p:nvPr/>
        </p:nvSpPr>
        <p:spPr>
          <a:xfrm>
            <a:off x="8516076" y="3105982"/>
            <a:ext cx="3061125" cy="276999"/>
          </a:xfrm>
          <a:prstGeom prst="rect">
            <a:avLst/>
          </a:prstGeom>
          <a:noFill/>
        </p:spPr>
        <p:txBody>
          <a:bodyPr wrap="square" rtlCol="0" anchor="ctr">
            <a:spAutoFit/>
          </a:bodyPr>
          <a:lstStyle/>
          <a:p>
            <a:pPr algn="r"/>
            <a:r>
              <a:rPr lang="en-US" altLang="ko-KR" sz="1200" dirty="0">
                <a:solidFill>
                  <a:schemeClr val="bg1"/>
                </a:solidFill>
                <a:cs typeface="Arial" pitchFamily="34" charset="0"/>
              </a:rPr>
              <a:t>Contains “Leave a Reply &amp; Send Us Message ”.</a:t>
            </a:r>
            <a:endParaRPr lang="ko-KR" altLang="en-US" sz="1200" dirty="0">
              <a:solidFill>
                <a:schemeClr val="bg1"/>
              </a:solidFill>
              <a:cs typeface="Arial" pitchFamily="34" charset="0"/>
            </a:endParaRPr>
          </a:p>
        </p:txBody>
      </p:sp>
      <p:sp>
        <p:nvSpPr>
          <p:cNvPr id="23" name="TextBox 22">
            <a:extLst>
              <a:ext uri="{FF2B5EF4-FFF2-40B4-BE49-F238E27FC236}">
                <a16:creationId xmlns:a16="http://schemas.microsoft.com/office/drawing/2014/main" id="{998C7818-0861-4607-BA40-BA345B396E6D}"/>
              </a:ext>
            </a:extLst>
          </p:cNvPr>
          <p:cNvSpPr txBox="1"/>
          <p:nvPr/>
        </p:nvSpPr>
        <p:spPr>
          <a:xfrm>
            <a:off x="8516076" y="2452882"/>
            <a:ext cx="3061126" cy="461665"/>
          </a:xfrm>
          <a:prstGeom prst="rect">
            <a:avLst/>
          </a:prstGeom>
          <a:noFill/>
        </p:spPr>
        <p:txBody>
          <a:bodyPr wrap="square" rtlCol="0" anchor="ctr">
            <a:spAutoFit/>
          </a:bodyPr>
          <a:lstStyle/>
          <a:p>
            <a:pPr algn="r"/>
            <a:r>
              <a:rPr lang="en-US" altLang="ko-KR" sz="2400" dirty="0">
                <a:solidFill>
                  <a:schemeClr val="accent1"/>
                </a:solidFill>
                <a:cs typeface="Arial" pitchFamily="34" charset="0"/>
              </a:rPr>
              <a:t>Users Reviews  </a:t>
            </a:r>
            <a:endParaRPr lang="ko-KR" altLang="en-US" sz="2400" dirty="0">
              <a:solidFill>
                <a:schemeClr val="accent1"/>
              </a:solidFill>
              <a:cs typeface="Arial" pitchFamily="34" charset="0"/>
            </a:endParaRPr>
          </a:p>
        </p:txBody>
      </p:sp>
      <p:sp>
        <p:nvSpPr>
          <p:cNvPr id="25" name="Text Placeholder 10">
            <a:extLst>
              <a:ext uri="{FF2B5EF4-FFF2-40B4-BE49-F238E27FC236}">
                <a16:creationId xmlns:a16="http://schemas.microsoft.com/office/drawing/2014/main" id="{B418C942-770B-44C7-8B1C-AED0A02FE367}"/>
              </a:ext>
            </a:extLst>
          </p:cNvPr>
          <p:cNvSpPr txBox="1">
            <a:spLocks/>
          </p:cNvSpPr>
          <p:nvPr/>
        </p:nvSpPr>
        <p:spPr>
          <a:xfrm>
            <a:off x="6805254" y="469822"/>
            <a:ext cx="4845009" cy="1203290"/>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10000"/>
              </a:lnSpc>
              <a:buNone/>
            </a:pPr>
            <a:r>
              <a:rPr lang="en-US" altLang="ko-KR" sz="4400" b="1" dirty="0">
                <a:solidFill>
                  <a:schemeClr val="bg1"/>
                </a:solidFill>
                <a:latin typeface="+mj-lt"/>
                <a:cs typeface="Arial" pitchFamily="34" charset="0"/>
              </a:rPr>
              <a:t>Things We Have Took</a:t>
            </a:r>
          </a:p>
          <a:p>
            <a:pPr marL="0" indent="0" algn="r">
              <a:lnSpc>
                <a:spcPct val="110000"/>
              </a:lnSpc>
              <a:buNone/>
            </a:pPr>
            <a:r>
              <a:rPr lang="en-US" altLang="ko-KR" sz="4400" b="1" dirty="0">
                <a:solidFill>
                  <a:schemeClr val="bg1"/>
                </a:solidFill>
                <a:latin typeface="+mj-lt"/>
                <a:cs typeface="Arial" pitchFamily="34" charset="0"/>
              </a:rPr>
              <a:t>Care Of…</a:t>
            </a:r>
          </a:p>
        </p:txBody>
      </p:sp>
      <p:pic>
        <p:nvPicPr>
          <p:cNvPr id="8" name="Picture Placeholder 7">
            <a:extLst>
              <a:ext uri="{FF2B5EF4-FFF2-40B4-BE49-F238E27FC236}">
                <a16:creationId xmlns:a16="http://schemas.microsoft.com/office/drawing/2014/main" id="{4E106D03-BD53-9696-459C-BC449EF691C9}"/>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8757" r="18757"/>
          <a:stretch>
            <a:fillRect/>
          </a:stretch>
        </p:blipFill>
        <p:spPr/>
      </p:pic>
    </p:spTree>
    <p:extLst>
      <p:ext uri="{BB962C8B-B14F-4D97-AF65-F5344CB8AC3E}">
        <p14:creationId xmlns:p14="http://schemas.microsoft.com/office/powerpoint/2010/main" val="3223665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8EF26-7AD5-4E7F-95B3-9A57CF80C483}"/>
              </a:ext>
            </a:extLst>
          </p:cNvPr>
          <p:cNvSpPr txBox="1"/>
          <p:nvPr/>
        </p:nvSpPr>
        <p:spPr>
          <a:xfrm>
            <a:off x="1" y="4888659"/>
            <a:ext cx="12191999" cy="1015663"/>
          </a:xfrm>
          <a:prstGeom prst="rect">
            <a:avLst/>
          </a:prstGeom>
          <a:noFill/>
        </p:spPr>
        <p:txBody>
          <a:bodyPr wrap="square" rtlCol="0" anchor="ctr">
            <a:spAutoFit/>
          </a:bodyPr>
          <a:lstStyle/>
          <a:p>
            <a:pPr algn="ctr"/>
            <a:r>
              <a:rPr lang="en-US" altLang="ko-KR" sz="6000" dirty="0">
                <a:solidFill>
                  <a:schemeClr val="bg1"/>
                </a:solidFill>
                <a:cs typeface="Arial" pitchFamily="34" charset="0"/>
              </a:rPr>
              <a:t>THANK YOU</a:t>
            </a:r>
            <a:endParaRPr lang="ko-KR" altLang="en-US" sz="6000" dirty="0">
              <a:solidFill>
                <a:schemeClr val="bg1"/>
              </a:solidFill>
              <a:cs typeface="Arial" pitchFamily="34" charset="0"/>
            </a:endParaRPr>
          </a:p>
        </p:txBody>
      </p:sp>
      <p:sp>
        <p:nvSpPr>
          <p:cNvPr id="5" name="TextBox 4">
            <a:extLst>
              <a:ext uri="{FF2B5EF4-FFF2-40B4-BE49-F238E27FC236}">
                <a16:creationId xmlns:a16="http://schemas.microsoft.com/office/drawing/2014/main" id="{BADEB2CA-D11F-4CA5-BC5A-6C38FF4BF392}"/>
              </a:ext>
            </a:extLst>
          </p:cNvPr>
          <p:cNvSpPr txBox="1"/>
          <p:nvPr/>
        </p:nvSpPr>
        <p:spPr>
          <a:xfrm>
            <a:off x="51" y="5827990"/>
            <a:ext cx="12191852" cy="379656"/>
          </a:xfrm>
          <a:prstGeom prst="rect">
            <a:avLst/>
          </a:prstGeom>
          <a:noFill/>
        </p:spPr>
        <p:txBody>
          <a:bodyPr wrap="square" rtlCol="0" anchor="ctr">
            <a:spAutoFit/>
          </a:bodyPr>
          <a:lstStyle/>
          <a:p>
            <a:pPr algn="ctr"/>
            <a:r>
              <a:rPr lang="en-US" altLang="ko-KR" sz="1867" dirty="0">
                <a:solidFill>
                  <a:schemeClr val="bg1"/>
                </a:solidFill>
                <a:cs typeface="Arial" pitchFamily="34" charset="0"/>
              </a:rPr>
              <a:t>Insert the Subtitle of Your Presentation</a:t>
            </a:r>
            <a:endParaRPr lang="ko-KR" altLang="en-US" sz="1867" dirty="0">
              <a:solidFill>
                <a:schemeClr val="bg1"/>
              </a:solidFill>
              <a:cs typeface="Arial" pitchFamily="34" charset="0"/>
            </a:endParaRPr>
          </a:p>
        </p:txBody>
      </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287</Words>
  <Application>Microsoft Office PowerPoint</Application>
  <PresentationFormat>Widescreen</PresentationFormat>
  <Paragraphs>48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arjunmonu77@gmail.com</dc:creator>
  <cp:lastModifiedBy>arjunmonu77@gmail.com</cp:lastModifiedBy>
  <cp:revision>1</cp:revision>
  <dcterms:created xsi:type="dcterms:W3CDTF">2023-05-28T15:25:08Z</dcterms:created>
  <dcterms:modified xsi:type="dcterms:W3CDTF">2023-05-28T18:46:15Z</dcterms:modified>
</cp:coreProperties>
</file>